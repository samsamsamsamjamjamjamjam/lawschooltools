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72" r:id="rId4"/>
  </p:sldMasterIdLst>
  <p:notesMasterIdLst>
    <p:notesMasterId r:id="rId10"/>
  </p:notesMasterIdLst>
  <p:handoutMasterIdLst>
    <p:handoutMasterId r:id="rId11"/>
  </p:handoutMasterIdLst>
  <p:sldIdLst>
    <p:sldId id="256" r:id="rId5"/>
    <p:sldId id="261" r:id="rId6"/>
    <p:sldId id="258" r:id="rId7"/>
    <p:sldId id="259" r:id="rId8"/>
    <p:sldId id="260" r:id="rId9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15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987" autoAdjust="0"/>
    <p:restoredTop sz="94648" autoAdjust="0"/>
  </p:normalViewPr>
  <p:slideViewPr>
    <p:cSldViewPr snapToGrid="0">
      <p:cViewPr varScale="1">
        <p:scale>
          <a:sx n="90" d="100"/>
          <a:sy n="90" d="100"/>
        </p:scale>
        <p:origin x="35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8" d="100"/>
          <a:sy n="68" d="100"/>
        </p:scale>
        <p:origin x="3288" y="84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diagrams/_rels/data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_rels/drawing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svg"/><Relationship Id="rId2" Type="http://schemas.openxmlformats.org/officeDocument/2006/relationships/image" Target="../media/image3.svg"/><Relationship Id="rId1" Type="http://schemas.openxmlformats.org/officeDocument/2006/relationships/image" Target="../media/image2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bg_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2_2">
  <dgm:title val=""/>
  <dgm:desc val=""/>
  <dgm:catLst>
    <dgm:cat type="accent2" pri="11200"/>
  </dgm:catLst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</dgm:fillClrLst>
    <dgm:linClrLst meth="repeat">
      <a:schemeClr val="accent2"/>
    </dgm:linClrLst>
    <dgm:effectClrLst/>
    <dgm:txLinClrLst/>
    <dgm:txFillClrLst/>
    <dgm:txEffectClrLst/>
  </dgm:styleLbl>
  <dgm:styleLbl name="lnNode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2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>
        <a:tint val="60000"/>
      </a:schemeClr>
    </dgm:fillClrLst>
    <dgm:linClrLst meth="repeat">
      <a:schemeClr val="accent2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/>
    </dgm:fillClrLst>
    <dgm:linClrLst meth="repeat">
      <a:schemeClr val="accent2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/>
    </dgm:fillClrLst>
    <dgm:linClrLst meth="repeat">
      <a:schemeClr val="accent2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alpha val="90000"/>
        <a:tint val="40000"/>
      </a:schemeClr>
    </dgm:fillClrLst>
    <dgm:linClrLst meth="repeat">
      <a:schemeClr val="accent2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8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7D9C16A6-8C48-4165-8DAF-8C957C12A8FA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accent2_2" csCatId="accent2" phldr="1"/>
      <dgm:spPr/>
    </dgm:pt>
    <dgm:pt modelId="{701D68F5-42F8-47BC-8FED-84C50F595DF0}">
      <dgm:prSet phldrT="[Text]"/>
      <dgm:spPr/>
      <dgm:t>
        <a:bodyPr/>
        <a:lstStyle/>
        <a:p>
          <a:r>
            <a:rPr lang="en-ZA" dirty="0"/>
            <a:t>Network</a:t>
          </a:r>
          <a:endParaRPr lang="en-US" dirty="0"/>
        </a:p>
      </dgm:t>
    </dgm:pt>
    <dgm:pt modelId="{9617668C-C38C-4017-8DDF-37855B15D110}" type="parTrans" cxnId="{C4BA385D-31ED-40EF-A5D6-98DFBA64E71A}">
      <dgm:prSet/>
      <dgm:spPr/>
      <dgm:t>
        <a:bodyPr/>
        <a:lstStyle/>
        <a:p>
          <a:endParaRPr lang="en-US"/>
        </a:p>
      </dgm:t>
    </dgm:pt>
    <dgm:pt modelId="{0C95B389-AC0C-4055-9AA3-38815EFC8B0A}" type="sibTrans" cxnId="{C4BA385D-31ED-40EF-A5D6-98DFBA64E71A}">
      <dgm:prSet/>
      <dgm:spPr/>
      <dgm:t>
        <a:bodyPr/>
        <a:lstStyle/>
        <a:p>
          <a:endParaRPr lang="en-US"/>
        </a:p>
      </dgm:t>
    </dgm:pt>
    <dgm:pt modelId="{91A66877-AC1C-46D9-BF2C-6024B638DEA9}">
      <dgm:prSet phldrT="[Text]"/>
      <dgm:spPr/>
      <dgm:t>
        <a:bodyPr/>
        <a:lstStyle/>
        <a:p>
          <a:r>
            <a:rPr lang="en-US" dirty="0"/>
            <a:t>Satellite</a:t>
          </a:r>
        </a:p>
      </dgm:t>
    </dgm:pt>
    <dgm:pt modelId="{913FED05-DF41-48A7-B1F8-81937A468EF9}" type="parTrans" cxnId="{7F0DAB6F-9257-4F2D-B31A-3418F73F6952}">
      <dgm:prSet/>
      <dgm:spPr/>
      <dgm:t>
        <a:bodyPr/>
        <a:lstStyle/>
        <a:p>
          <a:endParaRPr lang="en-US"/>
        </a:p>
      </dgm:t>
    </dgm:pt>
    <dgm:pt modelId="{BFCE4A28-C381-46FF-935A-B11534EF7D87}" type="sibTrans" cxnId="{7F0DAB6F-9257-4F2D-B31A-3418F73F6952}">
      <dgm:prSet/>
      <dgm:spPr/>
      <dgm:t>
        <a:bodyPr/>
        <a:lstStyle/>
        <a:p>
          <a:endParaRPr lang="en-US"/>
        </a:p>
      </dgm:t>
    </dgm:pt>
    <dgm:pt modelId="{76CC3289-2662-43F0-A3C6-BA04A135F08C}">
      <dgm:prSet phldrT="[Text]"/>
      <dgm:spPr/>
      <dgm:t>
        <a:bodyPr/>
        <a:lstStyle/>
        <a:p>
          <a:r>
            <a:rPr lang="en-US" dirty="0"/>
            <a:t>Link</a:t>
          </a:r>
        </a:p>
      </dgm:t>
    </dgm:pt>
    <dgm:pt modelId="{D46DB4DA-1442-4ECE-89FE-BBB1E3489E3D}" type="parTrans" cxnId="{0400886E-8A1A-44C2-95A7-DB0EF4911494}">
      <dgm:prSet/>
      <dgm:spPr/>
      <dgm:t>
        <a:bodyPr/>
        <a:lstStyle/>
        <a:p>
          <a:endParaRPr lang="en-US"/>
        </a:p>
      </dgm:t>
    </dgm:pt>
    <dgm:pt modelId="{FA28C9D6-476E-43CD-BA23-D6D990FD78D0}" type="sibTrans" cxnId="{0400886E-8A1A-44C2-95A7-DB0EF4911494}">
      <dgm:prSet/>
      <dgm:spPr/>
      <dgm:t>
        <a:bodyPr/>
        <a:lstStyle/>
        <a:p>
          <a:endParaRPr lang="en-US"/>
        </a:p>
      </dgm:t>
    </dgm:pt>
    <dgm:pt modelId="{8994D886-A75F-411A-A9D7-D31991FF12BD}" type="pres">
      <dgm:prSet presAssocID="{7D9C16A6-8C48-4165-8DAF-8C957C12A8FA}" presName="root" presStyleCnt="0">
        <dgm:presLayoutVars>
          <dgm:dir/>
          <dgm:resizeHandles val="exact"/>
        </dgm:presLayoutVars>
      </dgm:prSet>
      <dgm:spPr/>
    </dgm:pt>
    <dgm:pt modelId="{E1DBA6D5-BD14-4CD2-A0CC-80F867FEFA81}" type="pres">
      <dgm:prSet presAssocID="{701D68F5-42F8-47BC-8FED-84C50F595DF0}" presName="compNode" presStyleCnt="0"/>
      <dgm:spPr/>
    </dgm:pt>
    <dgm:pt modelId="{19A8DC21-3E65-409D-AD53-DA51BB9198A0}" type="pres">
      <dgm:prSet presAssocID="{701D68F5-42F8-47BC-8FED-84C50F595DF0}" presName="iconRect" presStyleLbl="node1" presStyleIdx="0" presStyleCnt="3" custScaleX="157625" custScaleY="157625"/>
      <dgm:spPr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Network"/>
        </a:ext>
      </dgm:extLst>
    </dgm:pt>
    <dgm:pt modelId="{B9F90A48-FF94-4C94-A587-0190406F6FD3}" type="pres">
      <dgm:prSet presAssocID="{701D68F5-42F8-47BC-8FED-84C50F595DF0}" presName="spaceRect" presStyleCnt="0"/>
      <dgm:spPr/>
    </dgm:pt>
    <dgm:pt modelId="{A99B5DD6-89E9-4537-B415-4205CEB9323A}" type="pres">
      <dgm:prSet presAssocID="{701D68F5-42F8-47BC-8FED-84C50F595DF0}" presName="textRect" presStyleLbl="revTx" presStyleIdx="0" presStyleCnt="3">
        <dgm:presLayoutVars>
          <dgm:chMax val="1"/>
          <dgm:chPref val="1"/>
        </dgm:presLayoutVars>
      </dgm:prSet>
      <dgm:spPr/>
    </dgm:pt>
    <dgm:pt modelId="{8B391436-B9B0-45BD-A57F-792D6376D868}" type="pres">
      <dgm:prSet presAssocID="{0C95B389-AC0C-4055-9AA3-38815EFC8B0A}" presName="sibTrans" presStyleCnt="0"/>
      <dgm:spPr/>
    </dgm:pt>
    <dgm:pt modelId="{95872155-C45D-46D3-874C-D838089A06F8}" type="pres">
      <dgm:prSet presAssocID="{91A66877-AC1C-46D9-BF2C-6024B638DEA9}" presName="compNode" presStyleCnt="0"/>
      <dgm:spPr/>
    </dgm:pt>
    <dgm:pt modelId="{CE9DF0E8-B0DE-4E1E-9FF4-6006AD8428DB}" type="pres">
      <dgm:prSet presAssocID="{91A66877-AC1C-46D9-BF2C-6024B638DEA9}" presName="iconRect" presStyleLbl="node1" presStyleIdx="1" presStyleCnt="3" custScaleX="157625" custScaleY="15762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atellite"/>
        </a:ext>
      </dgm:extLst>
    </dgm:pt>
    <dgm:pt modelId="{AA0423A1-55B2-45E9-BFE7-3FBE5BDA65ED}" type="pres">
      <dgm:prSet presAssocID="{91A66877-AC1C-46D9-BF2C-6024B638DEA9}" presName="spaceRect" presStyleCnt="0"/>
      <dgm:spPr/>
    </dgm:pt>
    <dgm:pt modelId="{55120873-6F5C-4053-8EAD-6287A7F1097E}" type="pres">
      <dgm:prSet presAssocID="{91A66877-AC1C-46D9-BF2C-6024B638DEA9}" presName="textRect" presStyleLbl="revTx" presStyleIdx="1" presStyleCnt="3">
        <dgm:presLayoutVars>
          <dgm:chMax val="1"/>
          <dgm:chPref val="1"/>
        </dgm:presLayoutVars>
      </dgm:prSet>
      <dgm:spPr/>
    </dgm:pt>
    <dgm:pt modelId="{F679C986-30E4-4F0A-A3A6-CAE528BFED76}" type="pres">
      <dgm:prSet presAssocID="{BFCE4A28-C381-46FF-935A-B11534EF7D87}" presName="sibTrans" presStyleCnt="0"/>
      <dgm:spPr/>
    </dgm:pt>
    <dgm:pt modelId="{2EC2FDE3-8908-45C7-A3FD-EB370213FE69}" type="pres">
      <dgm:prSet presAssocID="{76CC3289-2662-43F0-A3C6-BA04A135F08C}" presName="compNode" presStyleCnt="0"/>
      <dgm:spPr/>
    </dgm:pt>
    <dgm:pt modelId="{6DB1FE51-13D0-4A38-AD6E-48D4371A1AF3}" type="pres">
      <dgm:prSet presAssocID="{76CC3289-2662-43F0-A3C6-BA04A135F08C}" presName="iconRect" presStyleLbl="node1" presStyleIdx="2" presStyleCnt="3" custScaleX="157625" custScaleY="157625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0928538A-05CC-4A79-BD5D-92F985D1EEE5}" type="pres">
      <dgm:prSet presAssocID="{76CC3289-2662-43F0-A3C6-BA04A135F08C}" presName="spaceRect" presStyleCnt="0"/>
      <dgm:spPr/>
    </dgm:pt>
    <dgm:pt modelId="{133097FC-B1F8-4953-B0AB-E8E73D968D1C}" type="pres">
      <dgm:prSet presAssocID="{76CC3289-2662-43F0-A3C6-BA04A135F08C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1B8CB22C-9648-419B-97E9-4AA6C3555723}" type="presOf" srcId="{701D68F5-42F8-47BC-8FED-84C50F595DF0}" destId="{A99B5DD6-89E9-4537-B415-4205CEB9323A}" srcOrd="0" destOrd="0" presId="urn:microsoft.com/office/officeart/2018/2/layout/IconLabelList"/>
    <dgm:cxn modelId="{C4BA385D-31ED-40EF-A5D6-98DFBA64E71A}" srcId="{7D9C16A6-8C48-4165-8DAF-8C957C12A8FA}" destId="{701D68F5-42F8-47BC-8FED-84C50F595DF0}" srcOrd="0" destOrd="0" parTransId="{9617668C-C38C-4017-8DDF-37855B15D110}" sibTransId="{0C95B389-AC0C-4055-9AA3-38815EFC8B0A}"/>
    <dgm:cxn modelId="{5574CC64-4BF2-43BE-BABC-6DF1E58A4C74}" type="presOf" srcId="{7D9C16A6-8C48-4165-8DAF-8C957C12A8FA}" destId="{8994D886-A75F-411A-A9D7-D31991FF12BD}" srcOrd="0" destOrd="0" presId="urn:microsoft.com/office/officeart/2018/2/layout/IconLabelList"/>
    <dgm:cxn modelId="{0400886E-8A1A-44C2-95A7-DB0EF4911494}" srcId="{7D9C16A6-8C48-4165-8DAF-8C957C12A8FA}" destId="{76CC3289-2662-43F0-A3C6-BA04A135F08C}" srcOrd="2" destOrd="0" parTransId="{D46DB4DA-1442-4ECE-89FE-BBB1E3489E3D}" sibTransId="{FA28C9D6-476E-43CD-BA23-D6D990FD78D0}"/>
    <dgm:cxn modelId="{7F0DAB6F-9257-4F2D-B31A-3418F73F6952}" srcId="{7D9C16A6-8C48-4165-8DAF-8C957C12A8FA}" destId="{91A66877-AC1C-46D9-BF2C-6024B638DEA9}" srcOrd="1" destOrd="0" parTransId="{913FED05-DF41-48A7-B1F8-81937A468EF9}" sibTransId="{BFCE4A28-C381-46FF-935A-B11534EF7D87}"/>
    <dgm:cxn modelId="{EC5C6E85-C523-4B60-976B-342F12E3A6CB}" type="presOf" srcId="{91A66877-AC1C-46D9-BF2C-6024B638DEA9}" destId="{55120873-6F5C-4053-8EAD-6287A7F1097E}" srcOrd="0" destOrd="0" presId="urn:microsoft.com/office/officeart/2018/2/layout/IconLabelList"/>
    <dgm:cxn modelId="{6E31C6AB-C9E6-448F-A8CC-566A63619D4D}" type="presOf" srcId="{76CC3289-2662-43F0-A3C6-BA04A135F08C}" destId="{133097FC-B1F8-4953-B0AB-E8E73D968D1C}" srcOrd="0" destOrd="0" presId="urn:microsoft.com/office/officeart/2018/2/layout/IconLabelList"/>
    <dgm:cxn modelId="{2AD6E781-3ED2-484E-B438-73386D2C583D}" type="presParOf" srcId="{8994D886-A75F-411A-A9D7-D31991FF12BD}" destId="{E1DBA6D5-BD14-4CD2-A0CC-80F867FEFA81}" srcOrd="0" destOrd="0" presId="urn:microsoft.com/office/officeart/2018/2/layout/IconLabelList"/>
    <dgm:cxn modelId="{10B2B212-528C-471D-ABD0-D66ED992B833}" type="presParOf" srcId="{E1DBA6D5-BD14-4CD2-A0CC-80F867FEFA81}" destId="{19A8DC21-3E65-409D-AD53-DA51BB9198A0}" srcOrd="0" destOrd="0" presId="urn:microsoft.com/office/officeart/2018/2/layout/IconLabelList"/>
    <dgm:cxn modelId="{2A8FB3D0-F98B-4F5A-BACA-4315E38776FB}" type="presParOf" srcId="{E1DBA6D5-BD14-4CD2-A0CC-80F867FEFA81}" destId="{B9F90A48-FF94-4C94-A587-0190406F6FD3}" srcOrd="1" destOrd="0" presId="urn:microsoft.com/office/officeart/2018/2/layout/IconLabelList"/>
    <dgm:cxn modelId="{95FEF629-9884-451C-89B4-41B897ABE3D6}" type="presParOf" srcId="{E1DBA6D5-BD14-4CD2-A0CC-80F867FEFA81}" destId="{A99B5DD6-89E9-4537-B415-4205CEB9323A}" srcOrd="2" destOrd="0" presId="urn:microsoft.com/office/officeart/2018/2/layout/IconLabelList"/>
    <dgm:cxn modelId="{0FE6827F-DE80-4F8A-8E9D-7F88C0F7EF29}" type="presParOf" srcId="{8994D886-A75F-411A-A9D7-D31991FF12BD}" destId="{8B391436-B9B0-45BD-A57F-792D6376D868}" srcOrd="1" destOrd="0" presId="urn:microsoft.com/office/officeart/2018/2/layout/IconLabelList"/>
    <dgm:cxn modelId="{4857BE3A-D518-473D-AC79-7B9BF18B9824}" type="presParOf" srcId="{8994D886-A75F-411A-A9D7-D31991FF12BD}" destId="{95872155-C45D-46D3-874C-D838089A06F8}" srcOrd="2" destOrd="0" presId="urn:microsoft.com/office/officeart/2018/2/layout/IconLabelList"/>
    <dgm:cxn modelId="{B4B325C4-81F2-4B3E-8CBF-4532B0BFA343}" type="presParOf" srcId="{95872155-C45D-46D3-874C-D838089A06F8}" destId="{CE9DF0E8-B0DE-4E1E-9FF4-6006AD8428DB}" srcOrd="0" destOrd="0" presId="urn:microsoft.com/office/officeart/2018/2/layout/IconLabelList"/>
    <dgm:cxn modelId="{0AE6D335-6E55-47E1-BAD8-0368620AB8F6}" type="presParOf" srcId="{95872155-C45D-46D3-874C-D838089A06F8}" destId="{AA0423A1-55B2-45E9-BFE7-3FBE5BDA65ED}" srcOrd="1" destOrd="0" presId="urn:microsoft.com/office/officeart/2018/2/layout/IconLabelList"/>
    <dgm:cxn modelId="{AFEE8CCD-97FE-4EFA-A584-DF6AFDAD2B20}" type="presParOf" srcId="{95872155-C45D-46D3-874C-D838089A06F8}" destId="{55120873-6F5C-4053-8EAD-6287A7F1097E}" srcOrd="2" destOrd="0" presId="urn:microsoft.com/office/officeart/2018/2/layout/IconLabelList"/>
    <dgm:cxn modelId="{26649F18-C204-4047-8300-905486AB3755}" type="presParOf" srcId="{8994D886-A75F-411A-A9D7-D31991FF12BD}" destId="{F679C986-30E4-4F0A-A3A6-CAE528BFED76}" srcOrd="3" destOrd="0" presId="urn:microsoft.com/office/officeart/2018/2/layout/IconLabelList"/>
    <dgm:cxn modelId="{898D629F-DA37-435F-A0B2-0617605D711A}" type="presParOf" srcId="{8994D886-A75F-411A-A9D7-D31991FF12BD}" destId="{2EC2FDE3-8908-45C7-A3FD-EB370213FE69}" srcOrd="4" destOrd="0" presId="urn:microsoft.com/office/officeart/2018/2/layout/IconLabelList"/>
    <dgm:cxn modelId="{2BDADB1C-15B1-4763-9B35-3792147F8F87}" type="presParOf" srcId="{2EC2FDE3-8908-45C7-A3FD-EB370213FE69}" destId="{6DB1FE51-13D0-4A38-AD6E-48D4371A1AF3}" srcOrd="0" destOrd="0" presId="urn:microsoft.com/office/officeart/2018/2/layout/IconLabelList"/>
    <dgm:cxn modelId="{F692F1E6-C6EC-4391-8432-EB6C34194240}" type="presParOf" srcId="{2EC2FDE3-8908-45C7-A3FD-EB370213FE69}" destId="{0928538A-05CC-4A79-BD5D-92F985D1EEE5}" srcOrd="1" destOrd="0" presId="urn:microsoft.com/office/officeart/2018/2/layout/IconLabelList"/>
    <dgm:cxn modelId="{0E6AF6C4-A4E5-4234-9E16-F9F2334264CD}" type="presParOf" srcId="{2EC2FDE3-8908-45C7-A3FD-EB370213FE69}" destId="{133097FC-B1F8-4953-B0AB-E8E73D968D1C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7E5AA53B-3EEE-4DE4-BB81-9044890C2946}" type="doc">
      <dgm:prSet loTypeId="urn:microsoft.com/office/officeart/2008/layout/VerticalCurvedList" loCatId="list" qsTypeId="urn:microsoft.com/office/officeart/2005/8/quickstyle/simple4" qsCatId="simple" csTypeId="urn:microsoft.com/office/officeart/2005/8/colors/accent2_2" csCatId="accent2" phldr="1"/>
      <dgm:spPr/>
      <dgm:t>
        <a:bodyPr/>
        <a:lstStyle/>
        <a:p>
          <a:endParaRPr lang="en-US"/>
        </a:p>
      </dgm:t>
    </dgm:pt>
    <dgm:pt modelId="{6750AC01-D39D-4F3A-9DC8-2A211EE986A2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Cloud	</a:t>
          </a:r>
        </a:p>
      </dgm:t>
    </dgm:pt>
    <dgm:pt modelId="{720680DC-AAA4-4434-A582-60EBCC5BA355}" type="parTrans" cxnId="{0B5DAE5F-BCDC-4BF7-A6E7-CF856886A64D}">
      <dgm:prSet/>
      <dgm:spPr/>
      <dgm:t>
        <a:bodyPr/>
        <a:lstStyle/>
        <a:p>
          <a:endParaRPr lang="en-US"/>
        </a:p>
      </dgm:t>
    </dgm:pt>
    <dgm:pt modelId="{CA077D98-8478-47EA-B6A9-99ACE60C64D4}" type="sibTrans" cxnId="{0B5DAE5F-BCDC-4BF7-A6E7-CF856886A64D}">
      <dgm:prSet/>
      <dgm:spPr/>
      <dgm:t>
        <a:bodyPr/>
        <a:lstStyle/>
        <a:p>
          <a:endParaRPr lang="en-US"/>
        </a:p>
      </dgm:t>
    </dgm:pt>
    <dgm:pt modelId="{0BEF68B8-1228-47BB-83B5-7B9CD1E3F84E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Local</a:t>
          </a:r>
        </a:p>
      </dgm:t>
    </dgm:pt>
    <dgm:pt modelId="{ED3A4BC2-B75A-4952-A38B-A42B5995DF05}" type="parTrans" cxnId="{EDEF4F82-1237-4639-A0F7-385C1897CE66}">
      <dgm:prSet/>
      <dgm:spPr/>
      <dgm:t>
        <a:bodyPr/>
        <a:lstStyle/>
        <a:p>
          <a:endParaRPr lang="en-US"/>
        </a:p>
      </dgm:t>
    </dgm:pt>
    <dgm:pt modelId="{FD949706-EDCC-4ADC-8EDF-8EDA49C92325}" type="sibTrans" cxnId="{EDEF4F82-1237-4639-A0F7-385C1897CE66}">
      <dgm:prSet/>
      <dgm:spPr/>
      <dgm:t>
        <a:bodyPr/>
        <a:lstStyle/>
        <a:p>
          <a:endParaRPr lang="en-US"/>
        </a:p>
      </dgm:t>
    </dgm:pt>
    <dgm:pt modelId="{5605D28D-2CE6-4513-8566-952984E21E14}">
      <dgm:prSet phldrT="[Text]"/>
      <dgm:spPr/>
      <dgm:t>
        <a:bodyPr/>
        <a:lstStyle/>
        <a:p>
          <a:pPr>
            <a:lnSpc>
              <a:spcPct val="100000"/>
            </a:lnSpc>
          </a:pPr>
          <a:r>
            <a:rPr lang="en-US" dirty="0"/>
            <a:t>Hybrid</a:t>
          </a:r>
        </a:p>
      </dgm:t>
    </dgm:pt>
    <dgm:pt modelId="{EB15AB98-362B-4E70-A3DA-995FC3E8BA79}" type="parTrans" cxnId="{FAF3F884-F0CF-440F-8CB1-B7648AB1B138}">
      <dgm:prSet/>
      <dgm:spPr/>
      <dgm:t>
        <a:bodyPr/>
        <a:lstStyle/>
        <a:p>
          <a:endParaRPr lang="en-US"/>
        </a:p>
      </dgm:t>
    </dgm:pt>
    <dgm:pt modelId="{823D1971-2C4D-4EC5-A874-2F463DE37109}" type="sibTrans" cxnId="{FAF3F884-F0CF-440F-8CB1-B7648AB1B138}">
      <dgm:prSet/>
      <dgm:spPr/>
      <dgm:t>
        <a:bodyPr/>
        <a:lstStyle/>
        <a:p>
          <a:endParaRPr lang="en-US"/>
        </a:p>
      </dgm:t>
    </dgm:pt>
    <dgm:pt modelId="{57806726-6E60-4ACC-9C1C-7DF9CC365A10}" type="pres">
      <dgm:prSet presAssocID="{7E5AA53B-3EEE-4DE4-BB81-9044890C2946}" presName="Name0" presStyleCnt="0">
        <dgm:presLayoutVars>
          <dgm:chMax val="7"/>
          <dgm:chPref val="7"/>
          <dgm:dir/>
        </dgm:presLayoutVars>
      </dgm:prSet>
      <dgm:spPr/>
    </dgm:pt>
    <dgm:pt modelId="{90561C55-3C6E-4D53-85E1-2C50BCDDA392}" type="pres">
      <dgm:prSet presAssocID="{7E5AA53B-3EEE-4DE4-BB81-9044890C2946}" presName="Name1" presStyleCnt="0"/>
      <dgm:spPr/>
    </dgm:pt>
    <dgm:pt modelId="{B6CD42EC-5AD4-4004-AE5B-47EDA668DAA8}" type="pres">
      <dgm:prSet presAssocID="{7E5AA53B-3EEE-4DE4-BB81-9044890C2946}" presName="cycle" presStyleCnt="0"/>
      <dgm:spPr/>
    </dgm:pt>
    <dgm:pt modelId="{963B8EE3-40CC-4A0A-B420-D0BF920973CE}" type="pres">
      <dgm:prSet presAssocID="{7E5AA53B-3EEE-4DE4-BB81-9044890C2946}" presName="srcNode" presStyleLbl="node1" presStyleIdx="0" presStyleCnt="3"/>
      <dgm:spPr/>
    </dgm:pt>
    <dgm:pt modelId="{D79B43FC-100B-4A0D-A4D5-0D2D04B99064}" type="pres">
      <dgm:prSet presAssocID="{7E5AA53B-3EEE-4DE4-BB81-9044890C2946}" presName="conn" presStyleLbl="parChTrans1D2" presStyleIdx="0" presStyleCnt="1"/>
      <dgm:spPr/>
    </dgm:pt>
    <dgm:pt modelId="{3CAD8DA1-8D53-445C-ACE8-D8449E4F0F55}" type="pres">
      <dgm:prSet presAssocID="{7E5AA53B-3EEE-4DE4-BB81-9044890C2946}" presName="extraNode" presStyleLbl="node1" presStyleIdx="0" presStyleCnt="3"/>
      <dgm:spPr/>
    </dgm:pt>
    <dgm:pt modelId="{429CABD1-4116-474B-81BF-735E2CA9DD00}" type="pres">
      <dgm:prSet presAssocID="{7E5AA53B-3EEE-4DE4-BB81-9044890C2946}" presName="dstNode" presStyleLbl="node1" presStyleIdx="0" presStyleCnt="3"/>
      <dgm:spPr/>
    </dgm:pt>
    <dgm:pt modelId="{58319267-C71E-43C9-94E1-827D0616C7A7}" type="pres">
      <dgm:prSet presAssocID="{6750AC01-D39D-4F3A-9DC8-2A211EE986A2}" presName="text_1" presStyleLbl="node1" presStyleIdx="0" presStyleCnt="3">
        <dgm:presLayoutVars>
          <dgm:bulletEnabled val="1"/>
        </dgm:presLayoutVars>
      </dgm:prSet>
      <dgm:spPr/>
    </dgm:pt>
    <dgm:pt modelId="{79F9B8A9-2412-4B74-84A9-69422DB81CDC}" type="pres">
      <dgm:prSet presAssocID="{6750AC01-D39D-4F3A-9DC8-2A211EE986A2}" presName="accent_1" presStyleCnt="0"/>
      <dgm:spPr/>
    </dgm:pt>
    <dgm:pt modelId="{07CB3071-D555-47DA-A36A-69EB91531FD8}" type="pres">
      <dgm:prSet presAssocID="{6750AC01-D39D-4F3A-9DC8-2A211EE986A2}" presName="accentRepeatNode" presStyleLbl="solidFgAcc1" presStyleIdx="0" presStyleCnt="3"/>
      <dgm:spPr/>
    </dgm:pt>
    <dgm:pt modelId="{95DE6538-27BD-44AF-A1A8-CA8F6B10FDD2}" type="pres">
      <dgm:prSet presAssocID="{0BEF68B8-1228-47BB-83B5-7B9CD1E3F84E}" presName="text_2" presStyleLbl="node1" presStyleIdx="1" presStyleCnt="3">
        <dgm:presLayoutVars>
          <dgm:bulletEnabled val="1"/>
        </dgm:presLayoutVars>
      </dgm:prSet>
      <dgm:spPr/>
    </dgm:pt>
    <dgm:pt modelId="{312BDEE8-85BD-4F02-B35B-2CC8E701C98B}" type="pres">
      <dgm:prSet presAssocID="{0BEF68B8-1228-47BB-83B5-7B9CD1E3F84E}" presName="accent_2" presStyleCnt="0"/>
      <dgm:spPr/>
    </dgm:pt>
    <dgm:pt modelId="{3F8116AC-FAC3-4E95-9865-93CCFEB191B9}" type="pres">
      <dgm:prSet presAssocID="{0BEF68B8-1228-47BB-83B5-7B9CD1E3F84E}" presName="accentRepeatNode" presStyleLbl="solidFgAcc1" presStyleIdx="1" presStyleCnt="3"/>
      <dgm:spPr/>
    </dgm:pt>
    <dgm:pt modelId="{E131CE4A-9776-44F4-BC03-867682E21374}" type="pres">
      <dgm:prSet presAssocID="{5605D28D-2CE6-4513-8566-952984E21E14}" presName="text_3" presStyleLbl="node1" presStyleIdx="2" presStyleCnt="3">
        <dgm:presLayoutVars>
          <dgm:bulletEnabled val="1"/>
        </dgm:presLayoutVars>
      </dgm:prSet>
      <dgm:spPr/>
    </dgm:pt>
    <dgm:pt modelId="{AC9A216A-8375-48F9-A4E6-8E0B64C0209B}" type="pres">
      <dgm:prSet presAssocID="{5605D28D-2CE6-4513-8566-952984E21E14}" presName="accent_3" presStyleCnt="0"/>
      <dgm:spPr/>
    </dgm:pt>
    <dgm:pt modelId="{A965097E-32F1-4AB8-8C4E-2814A7596B2F}" type="pres">
      <dgm:prSet presAssocID="{5605D28D-2CE6-4513-8566-952984E21E14}" presName="accentRepeatNode" presStyleLbl="solidFgAcc1" presStyleIdx="2" presStyleCnt="3"/>
      <dgm:spPr/>
    </dgm:pt>
  </dgm:ptLst>
  <dgm:cxnLst>
    <dgm:cxn modelId="{A11E3B12-1828-45A7-86C3-BB85832DF84D}" type="presOf" srcId="{CA077D98-8478-47EA-B6A9-99ACE60C64D4}" destId="{D79B43FC-100B-4A0D-A4D5-0D2D04B99064}" srcOrd="0" destOrd="0" presId="urn:microsoft.com/office/officeart/2008/layout/VerticalCurvedList"/>
    <dgm:cxn modelId="{0B5DAE5F-BCDC-4BF7-A6E7-CF856886A64D}" srcId="{7E5AA53B-3EEE-4DE4-BB81-9044890C2946}" destId="{6750AC01-D39D-4F3A-9DC8-2A211EE986A2}" srcOrd="0" destOrd="0" parTransId="{720680DC-AAA4-4434-A582-60EBCC5BA355}" sibTransId="{CA077D98-8478-47EA-B6A9-99ACE60C64D4}"/>
    <dgm:cxn modelId="{29DA474E-5DFA-4C66-882F-319C49ABBB19}" type="presOf" srcId="{6750AC01-D39D-4F3A-9DC8-2A211EE986A2}" destId="{58319267-C71E-43C9-94E1-827D0616C7A7}" srcOrd="0" destOrd="0" presId="urn:microsoft.com/office/officeart/2008/layout/VerticalCurvedList"/>
    <dgm:cxn modelId="{7084AA77-BACB-46CB-AE4A-77B62D3ED1AF}" type="presOf" srcId="{5605D28D-2CE6-4513-8566-952984E21E14}" destId="{E131CE4A-9776-44F4-BC03-867682E21374}" srcOrd="0" destOrd="0" presId="urn:microsoft.com/office/officeart/2008/layout/VerticalCurvedList"/>
    <dgm:cxn modelId="{EDEF4F82-1237-4639-A0F7-385C1897CE66}" srcId="{7E5AA53B-3EEE-4DE4-BB81-9044890C2946}" destId="{0BEF68B8-1228-47BB-83B5-7B9CD1E3F84E}" srcOrd="1" destOrd="0" parTransId="{ED3A4BC2-B75A-4952-A38B-A42B5995DF05}" sibTransId="{FD949706-EDCC-4ADC-8EDF-8EDA49C92325}"/>
    <dgm:cxn modelId="{FAF3F884-F0CF-440F-8CB1-B7648AB1B138}" srcId="{7E5AA53B-3EEE-4DE4-BB81-9044890C2946}" destId="{5605D28D-2CE6-4513-8566-952984E21E14}" srcOrd="2" destOrd="0" parTransId="{EB15AB98-362B-4E70-A3DA-995FC3E8BA79}" sibTransId="{823D1971-2C4D-4EC5-A874-2F463DE37109}"/>
    <dgm:cxn modelId="{4F65CC8F-B5A8-40BE-A32B-05862B543D6A}" type="presOf" srcId="{7E5AA53B-3EEE-4DE4-BB81-9044890C2946}" destId="{57806726-6E60-4ACC-9C1C-7DF9CC365A10}" srcOrd="0" destOrd="0" presId="urn:microsoft.com/office/officeart/2008/layout/VerticalCurvedList"/>
    <dgm:cxn modelId="{4A378892-5CCC-4F0D-8A38-4BEAECF30F24}" type="presOf" srcId="{0BEF68B8-1228-47BB-83B5-7B9CD1E3F84E}" destId="{95DE6538-27BD-44AF-A1A8-CA8F6B10FDD2}" srcOrd="0" destOrd="0" presId="urn:microsoft.com/office/officeart/2008/layout/VerticalCurvedList"/>
    <dgm:cxn modelId="{4E25B52E-70EF-4A0F-B410-0B49263AF380}" type="presParOf" srcId="{57806726-6E60-4ACC-9C1C-7DF9CC365A10}" destId="{90561C55-3C6E-4D53-85E1-2C50BCDDA392}" srcOrd="0" destOrd="0" presId="urn:microsoft.com/office/officeart/2008/layout/VerticalCurvedList"/>
    <dgm:cxn modelId="{2B3DD9E4-EC9C-4B92-B380-F89BF82E7CF3}" type="presParOf" srcId="{90561C55-3C6E-4D53-85E1-2C50BCDDA392}" destId="{B6CD42EC-5AD4-4004-AE5B-47EDA668DAA8}" srcOrd="0" destOrd="0" presId="urn:microsoft.com/office/officeart/2008/layout/VerticalCurvedList"/>
    <dgm:cxn modelId="{EA357085-80A4-4D1D-9BD2-56B1E9A721FB}" type="presParOf" srcId="{B6CD42EC-5AD4-4004-AE5B-47EDA668DAA8}" destId="{963B8EE3-40CC-4A0A-B420-D0BF920973CE}" srcOrd="0" destOrd="0" presId="urn:microsoft.com/office/officeart/2008/layout/VerticalCurvedList"/>
    <dgm:cxn modelId="{F175C6D0-411C-40FD-A19B-860D49F42061}" type="presParOf" srcId="{B6CD42EC-5AD4-4004-AE5B-47EDA668DAA8}" destId="{D79B43FC-100B-4A0D-A4D5-0D2D04B99064}" srcOrd="1" destOrd="0" presId="urn:microsoft.com/office/officeart/2008/layout/VerticalCurvedList"/>
    <dgm:cxn modelId="{794BB944-68C0-47A5-9792-652802EB36AC}" type="presParOf" srcId="{B6CD42EC-5AD4-4004-AE5B-47EDA668DAA8}" destId="{3CAD8DA1-8D53-445C-ACE8-D8449E4F0F55}" srcOrd="2" destOrd="0" presId="urn:microsoft.com/office/officeart/2008/layout/VerticalCurvedList"/>
    <dgm:cxn modelId="{B8CC75C4-3D1A-49E7-80D2-915668C1368C}" type="presParOf" srcId="{B6CD42EC-5AD4-4004-AE5B-47EDA668DAA8}" destId="{429CABD1-4116-474B-81BF-735E2CA9DD00}" srcOrd="3" destOrd="0" presId="urn:microsoft.com/office/officeart/2008/layout/VerticalCurvedList"/>
    <dgm:cxn modelId="{28110BB8-F33F-498C-9A75-98364B05EFA5}" type="presParOf" srcId="{90561C55-3C6E-4D53-85E1-2C50BCDDA392}" destId="{58319267-C71E-43C9-94E1-827D0616C7A7}" srcOrd="1" destOrd="0" presId="urn:microsoft.com/office/officeart/2008/layout/VerticalCurvedList"/>
    <dgm:cxn modelId="{3866F6C9-5521-48F2-B6C3-40C9896E1605}" type="presParOf" srcId="{90561C55-3C6E-4D53-85E1-2C50BCDDA392}" destId="{79F9B8A9-2412-4B74-84A9-69422DB81CDC}" srcOrd="2" destOrd="0" presId="urn:microsoft.com/office/officeart/2008/layout/VerticalCurvedList"/>
    <dgm:cxn modelId="{D2205A4F-BB7A-4399-BC2F-78E18EC6EAFE}" type="presParOf" srcId="{79F9B8A9-2412-4B74-84A9-69422DB81CDC}" destId="{07CB3071-D555-47DA-A36A-69EB91531FD8}" srcOrd="0" destOrd="0" presId="urn:microsoft.com/office/officeart/2008/layout/VerticalCurvedList"/>
    <dgm:cxn modelId="{602753E6-8A03-492B-861A-6B9532B5AA28}" type="presParOf" srcId="{90561C55-3C6E-4D53-85E1-2C50BCDDA392}" destId="{95DE6538-27BD-44AF-A1A8-CA8F6B10FDD2}" srcOrd="3" destOrd="0" presId="urn:microsoft.com/office/officeart/2008/layout/VerticalCurvedList"/>
    <dgm:cxn modelId="{AEC540A3-E86A-4075-8BE4-263F4AFF4EA1}" type="presParOf" srcId="{90561C55-3C6E-4D53-85E1-2C50BCDDA392}" destId="{312BDEE8-85BD-4F02-B35B-2CC8E701C98B}" srcOrd="4" destOrd="0" presId="urn:microsoft.com/office/officeart/2008/layout/VerticalCurvedList"/>
    <dgm:cxn modelId="{CD5D1014-B7CB-4B47-9A02-5FBF90928A73}" type="presParOf" srcId="{312BDEE8-85BD-4F02-B35B-2CC8E701C98B}" destId="{3F8116AC-FAC3-4E95-9865-93CCFEB191B9}" srcOrd="0" destOrd="0" presId="urn:microsoft.com/office/officeart/2008/layout/VerticalCurvedList"/>
    <dgm:cxn modelId="{987EB7C0-CA3E-4874-85E0-01E9060A2D35}" type="presParOf" srcId="{90561C55-3C6E-4D53-85E1-2C50BCDDA392}" destId="{E131CE4A-9776-44F4-BC03-867682E21374}" srcOrd="5" destOrd="0" presId="urn:microsoft.com/office/officeart/2008/layout/VerticalCurvedList"/>
    <dgm:cxn modelId="{91E55363-8DCA-455E-A203-06A9410994CB}" type="presParOf" srcId="{90561C55-3C6E-4D53-85E1-2C50BCDDA392}" destId="{AC9A216A-8375-48F9-A4E6-8E0B64C0209B}" srcOrd="6" destOrd="0" presId="urn:microsoft.com/office/officeart/2008/layout/VerticalCurvedList"/>
    <dgm:cxn modelId="{D866D586-1293-4049-B6E3-B467C1D5ED64}" type="presParOf" srcId="{AC9A216A-8375-48F9-A4E6-8E0B64C0209B}" destId="{A965097E-32F1-4AB8-8C4E-2814A7596B2F}" srcOrd="0" destOrd="0" presId="urn:microsoft.com/office/officeart/2008/layout/VerticalCurvedList"/>
  </dgm:cxnLst>
  <dgm:bg/>
  <dgm:whole/>
  <dgm:extLst>
    <a:ext uri="http://schemas.microsoft.com/office/drawing/2008/diagram">
      <dsp:dataModelExt xmlns:dsp="http://schemas.microsoft.com/office/drawing/2008/diagram" relId="rId8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9A8DC21-3E65-409D-AD53-DA51BB9198A0}">
      <dsp:nvSpPr>
        <dsp:cNvPr id="0" name=""/>
        <dsp:cNvSpPr/>
      </dsp:nvSpPr>
      <dsp:spPr>
        <a:xfrm>
          <a:off x="523237" y="494935"/>
          <a:ext cx="2285995" cy="2285995"/>
        </a:xfrm>
        <a:prstGeom prst="rect">
          <a:avLst/>
        </a:prstGeom>
        <a:blipFill>
          <a:blip xmlns:r="http://schemas.openxmlformats.org/officeDocument/2006/relationships">
            <a:extLst>
              <a:ext uri="{96DAC541-7B7A-43D3-8B79-37D633B846F1}">
                <asvg:svgBlip xmlns:asvg="http://schemas.microsoft.com/office/drawing/2016/SVG/main" r:embed="rId1"/>
              </a:ext>
            </a:extLst>
          </a:blip>
          <a:srcRect/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99B5DD6-89E9-4537-B415-4205CEB9323A}">
      <dsp:nvSpPr>
        <dsp:cNvPr id="0" name=""/>
        <dsp:cNvSpPr/>
      </dsp:nvSpPr>
      <dsp:spPr>
        <a:xfrm>
          <a:off x="54818" y="2746269"/>
          <a:ext cx="322283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ZA" sz="3600" kern="1200" dirty="0"/>
            <a:t>Network</a:t>
          </a:r>
          <a:endParaRPr lang="en-US" sz="3600" kern="1200" dirty="0"/>
        </a:p>
      </dsp:txBody>
      <dsp:txXfrm>
        <a:off x="54818" y="2746269"/>
        <a:ext cx="3222832" cy="720000"/>
      </dsp:txXfrm>
    </dsp:sp>
    <dsp:sp modelId="{CE9DF0E8-B0DE-4E1E-9FF4-6006AD8428DB}">
      <dsp:nvSpPr>
        <dsp:cNvPr id="0" name=""/>
        <dsp:cNvSpPr/>
      </dsp:nvSpPr>
      <dsp:spPr>
        <a:xfrm>
          <a:off x="4310064" y="494935"/>
          <a:ext cx="2285995" cy="228599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5120873-6F5C-4053-8EAD-6287A7F1097E}">
      <dsp:nvSpPr>
        <dsp:cNvPr id="0" name=""/>
        <dsp:cNvSpPr/>
      </dsp:nvSpPr>
      <dsp:spPr>
        <a:xfrm>
          <a:off x="3841646" y="2746269"/>
          <a:ext cx="322283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Satellite</a:t>
          </a:r>
        </a:p>
      </dsp:txBody>
      <dsp:txXfrm>
        <a:off x="3841646" y="2746269"/>
        <a:ext cx="3222832" cy="720000"/>
      </dsp:txXfrm>
    </dsp:sp>
    <dsp:sp modelId="{6DB1FE51-13D0-4A38-AD6E-48D4371A1AF3}">
      <dsp:nvSpPr>
        <dsp:cNvPr id="0" name=""/>
        <dsp:cNvSpPr/>
      </dsp:nvSpPr>
      <dsp:spPr>
        <a:xfrm>
          <a:off x="8096892" y="494935"/>
          <a:ext cx="2285995" cy="228599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/>
          </a:stretch>
        </a:blipFill>
        <a:ln w="22225" cap="rnd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33097FC-B1F8-4953-B0AB-E8E73D968D1C}">
      <dsp:nvSpPr>
        <dsp:cNvPr id="0" name=""/>
        <dsp:cNvSpPr/>
      </dsp:nvSpPr>
      <dsp:spPr>
        <a:xfrm>
          <a:off x="7628474" y="2746269"/>
          <a:ext cx="3222832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Link</a:t>
          </a:r>
        </a:p>
      </dsp:txBody>
      <dsp:txXfrm>
        <a:off x="7628474" y="2746269"/>
        <a:ext cx="3222832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79B43FC-100B-4A0D-A4D5-0D2D04B99064}">
      <dsp:nvSpPr>
        <dsp:cNvPr id="0" name=""/>
        <dsp:cNvSpPr/>
      </dsp:nvSpPr>
      <dsp:spPr>
        <a:xfrm>
          <a:off x="-4028574" y="-618397"/>
          <a:ext cx="4800732" cy="4800732"/>
        </a:xfrm>
        <a:prstGeom prst="blockArc">
          <a:avLst>
            <a:gd name="adj1" fmla="val 18900000"/>
            <a:gd name="adj2" fmla="val 2700000"/>
            <a:gd name="adj3" fmla="val 450"/>
          </a:avLst>
        </a:prstGeom>
        <a:noFill/>
        <a:ln w="12700" cap="rnd" cmpd="sng" algn="ctr">
          <a:solidFill>
            <a:schemeClr val="accent2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8319267-C71E-43C9-94E1-827D0616C7A7}">
      <dsp:nvSpPr>
        <dsp:cNvPr id="0" name=""/>
        <dsp:cNvSpPr/>
      </dsp:nvSpPr>
      <dsp:spPr>
        <a:xfrm>
          <a:off x="496568" y="356393"/>
          <a:ext cx="6310391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Cloud	</a:t>
          </a:r>
        </a:p>
      </dsp:txBody>
      <dsp:txXfrm>
        <a:off x="496568" y="356393"/>
        <a:ext cx="6310391" cy="712787"/>
      </dsp:txXfrm>
    </dsp:sp>
    <dsp:sp modelId="{07CB3071-D555-47DA-A36A-69EB91531FD8}">
      <dsp:nvSpPr>
        <dsp:cNvPr id="0" name=""/>
        <dsp:cNvSpPr/>
      </dsp:nvSpPr>
      <dsp:spPr>
        <a:xfrm>
          <a:off x="51076" y="267295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95DE6538-27BD-44AF-A1A8-CA8F6B10FDD2}">
      <dsp:nvSpPr>
        <dsp:cNvPr id="0" name=""/>
        <dsp:cNvSpPr/>
      </dsp:nvSpPr>
      <dsp:spPr>
        <a:xfrm>
          <a:off x="755666" y="1425575"/>
          <a:ext cx="6051292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Local</a:t>
          </a:r>
        </a:p>
      </dsp:txBody>
      <dsp:txXfrm>
        <a:off x="755666" y="1425575"/>
        <a:ext cx="6051292" cy="712787"/>
      </dsp:txXfrm>
    </dsp:sp>
    <dsp:sp modelId="{3F8116AC-FAC3-4E95-9865-93CCFEB191B9}">
      <dsp:nvSpPr>
        <dsp:cNvPr id="0" name=""/>
        <dsp:cNvSpPr/>
      </dsp:nvSpPr>
      <dsp:spPr>
        <a:xfrm>
          <a:off x="310174" y="1336476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131CE4A-9776-44F4-BC03-867682E21374}">
      <dsp:nvSpPr>
        <dsp:cNvPr id="0" name=""/>
        <dsp:cNvSpPr/>
      </dsp:nvSpPr>
      <dsp:spPr>
        <a:xfrm>
          <a:off x="496568" y="2494756"/>
          <a:ext cx="6310391" cy="712787"/>
        </a:xfrm>
        <a:prstGeom prst="rect">
          <a:avLst/>
        </a:prstGeom>
        <a:gradFill rotWithShape="0">
          <a:gsLst>
            <a:gs pos="0">
              <a:schemeClr val="accent2">
                <a:hueOff val="0"/>
                <a:satOff val="0"/>
                <a:lumOff val="0"/>
                <a:alphaOff val="0"/>
                <a:tint val="98000"/>
                <a:lumMod val="110000"/>
              </a:schemeClr>
            </a:gs>
            <a:gs pos="84000">
              <a:schemeClr val="accent2">
                <a:hueOff val="0"/>
                <a:satOff val="0"/>
                <a:lumOff val="0"/>
                <a:alphaOff val="0"/>
                <a:shade val="90000"/>
                <a:lumMod val="88000"/>
              </a:schemeClr>
            </a:gs>
          </a:gsLst>
          <a:lin ang="5400000" scaled="0"/>
        </a:gradFill>
        <a:ln>
          <a:noFill/>
        </a:ln>
        <a:effectLst>
          <a:outerShdw blurRad="38100" dist="25400" dir="5400000" rotWithShape="0">
            <a:srgbClr val="000000">
              <a:alpha val="55000"/>
            </a:srgbClr>
          </a:outerShdw>
        </a:effectLst>
      </dsp:spPr>
      <dsp:style>
        <a:lnRef idx="0">
          <a:scrgbClr r="0" g="0" b="0"/>
        </a:lnRef>
        <a:fillRef idx="3">
          <a:scrgbClr r="0" g="0" b="0"/>
        </a:fillRef>
        <a:effectRef idx="2">
          <a:scrgbClr r="0" g="0" b="0"/>
        </a:effectRef>
        <a:fontRef idx="minor">
          <a:schemeClr val="lt1"/>
        </a:fontRef>
      </dsp:style>
      <dsp:txBody>
        <a:bodyPr spcFirstLastPara="0" vert="horz" wrap="square" lIns="565775" tIns="88900" rIns="88900" bIns="88900" numCol="1" spcCol="1270" anchor="ctr" anchorCtr="0">
          <a:noAutofit/>
        </a:bodyPr>
        <a:lstStyle/>
        <a:p>
          <a:pPr marL="0" lvl="0" indent="0" algn="l" defTabSz="15557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500" kern="1200" dirty="0"/>
            <a:t>Hybrid</a:t>
          </a:r>
        </a:p>
      </dsp:txBody>
      <dsp:txXfrm>
        <a:off x="496568" y="2494756"/>
        <a:ext cx="6310391" cy="712787"/>
      </dsp:txXfrm>
    </dsp:sp>
    <dsp:sp modelId="{A965097E-32F1-4AB8-8C4E-2814A7596B2F}">
      <dsp:nvSpPr>
        <dsp:cNvPr id="0" name=""/>
        <dsp:cNvSpPr/>
      </dsp:nvSpPr>
      <dsp:spPr>
        <a:xfrm>
          <a:off x="51076" y="2405658"/>
          <a:ext cx="890984" cy="890984"/>
        </a:xfrm>
        <a:prstGeom prst="ellips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12700" cap="rnd" cmpd="sng" algn="ctr">
          <a:solidFill>
            <a:schemeClr val="accent2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1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8/layout/VerticalCurvedList">
  <dgm:title val=""/>
  <dgm:desc val=""/>
  <dgm:catLst>
    <dgm:cat type="list" pri="20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/>
        <dgm:pt modelId="1">
          <dgm:prSet phldr="1"/>
        </dgm:pt>
        <dgm:pt modelId="2">
          <dgm:prSet phldr="1"/>
        </dgm:pt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chMax val="7"/>
      <dgm:chPref val="7"/>
      <dgm:dir/>
    </dgm:varLst>
    <dgm:alg type="composite"/>
    <dgm:shape xmlns:r="http://schemas.openxmlformats.org/officeDocument/2006/relationships" r:blip="">
      <dgm:adjLst/>
    </dgm:shape>
    <dgm:constrLst>
      <dgm:constr type="w" for="ch" refType="h" refFor="ch" op="gte" fact="0.8"/>
    </dgm:constrLst>
    <dgm:layoutNode name="Name1">
      <dgm:alg type="composite"/>
      <dgm:shape xmlns:r="http://schemas.openxmlformats.org/officeDocument/2006/relationships" r:blip="">
        <dgm:adjLst/>
      </dgm:shape>
      <dgm:choose name="Name2">
        <dgm:if name="Name3" func="var" arg="dir" op="equ" val="norm">
          <dgm:choose name="Name4">
            <dgm:if name="Name5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h" fact="0.225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primFontSz" for="ch" ptType="node" op="equ" val="65"/>
              </dgm:constrLst>
            </dgm:if>
            <dgm:if name="Name6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h" fact="0.1891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h" fact="0.1891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primFontSz" for="ch" ptType="node" op="equ" val="65"/>
              </dgm:constrLst>
            </dgm:if>
            <dgm:if name="Name7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h" fact="0.1526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h" fact="0.2253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h" fact="0.1526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primFontSz" for="ch" ptType="node" op="equ" val="65"/>
              </dgm:constrLst>
            </dgm:if>
            <dgm:if name="Name8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h" fact="0.1268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h" fact="0.215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h" fact="0.21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h" fact="0.126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primFontSz" for="ch" ptType="node" op="equ" val="65"/>
              </dgm:constrLst>
            </dgm:if>
            <dgm:if name="Name9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h" fact="0.1082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h" fact="0.197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h" fact="0.2253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h" fact="0.1978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h" fact="0.1082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primFontSz" for="ch" ptType="node" op="equ" val="65"/>
              </dgm:constrLst>
            </dgm:if>
            <dgm:if name="Name10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h" fact="0.0943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h" fact="0.1809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h" fact="0.2205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h" fact="0.2205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h" fact="0.18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h" fact="0.0943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primFontSz" for="ch" ptType="node" op="equ" val="65"/>
              </dgm:constrLst>
            </dgm:if>
            <dgm:else name="Name11">
              <dgm:constrLst>
                <dgm:constr type="h" for="ch" forName="cycle" refType="h"/>
                <dgm:constr type="w" for="ch" forName="cycle" refType="h" refFor="ch" refForName="cycle" fact="0.26"/>
                <dgm:constr type="l" for="ch" forName="cycle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h" fact="0.0835"/>
                <dgm:constr type="l" for="ch" forName="text_1" refType="ctrX" refFor="ch" refForName="accent_1"/>
                <dgm:constr type="r" for="ch" forName="text_1" refType="w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l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h" fact="0.1658"/>
                <dgm:constr type="l" for="ch" forName="text_2" refType="ctrX" refFor="ch" refForName="accent_2"/>
                <dgm:constr type="r" for="ch" forName="text_2" refType="w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l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h" fact="0.2109"/>
                <dgm:constr type="l" for="ch" forName="text_3" refType="ctrX" refFor="ch" refForName="accent_3"/>
                <dgm:constr type="r" for="ch" forName="text_3" refType="w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l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h" fact="0.2253"/>
                <dgm:constr type="l" for="ch" forName="text_4" refType="ctrX" refFor="ch" refForName="accent_4"/>
                <dgm:constr type="r" for="ch" forName="text_4" refType="w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l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h" fact="0.2109"/>
                <dgm:constr type="l" for="ch" forName="text_5" refType="ctrX" refFor="ch" refForName="accent_5"/>
                <dgm:constr type="r" for="ch" forName="text_5" refType="w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l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h" fact="0.1658"/>
                <dgm:constr type="l" for="ch" forName="text_6" refType="ctrX" refFor="ch" refForName="accent_6"/>
                <dgm:constr type="r" for="ch" forName="text_6" refType="w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l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h" fact="0.0835"/>
                <dgm:constr type="l" for="ch" forName="text_7" refType="ctrX" refFor="ch" refForName="accent_7"/>
                <dgm:constr type="r" for="ch" forName="text_7" refType="w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lMarg" for="ch" forName="text_7" refType="w" refFor="ch" refForName="accent_7" fact="1.8"/>
                <dgm:constr type="primFontSz" for="ch" ptType="node" op="equ" val="65"/>
              </dgm:constrLst>
            </dgm:else>
          </dgm:choose>
        </dgm:if>
        <dgm:else name="Name12">
          <dgm:choose name="Name13">
            <dgm:if name="Name14" axis="ch" ptType="node" func="cnt" op="equ" val="1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625"/>
                <dgm:constr type="w" for="ch" forName="accent_1" refType="h" refFor="ch" refForName="accent_1" op="equ"/>
                <dgm:constr type="ctrY" for="ch" forName="accent_1" refType="h" fact="0.5"/>
                <dgm:constr type="ctrX" for="ch" forName="accent_1" refType="w"/>
                <dgm:constr type="ctrXOff" for="ch" forName="accent_1" refType="h" fact="-0.225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primFontSz" for="ch" ptType="node" op="equ" val="65"/>
              </dgm:constrLst>
            </dgm:if>
            <dgm:if name="Name15" axis="ch" ptType="node" func="cnt" op="equ" val="2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3571"/>
                <dgm:constr type="w" for="ch" forName="accent_1" refType="h" refFor="ch" refForName="accent_1" op="equ"/>
                <dgm:constr type="ctrY" for="ch" forName="accent_1" refType="h" fact="0.2857"/>
                <dgm:constr type="ctrX" for="ch" forName="accent_1" refType="w"/>
                <dgm:constr type="ctrXOff" for="ch" forName="accent_1" refType="h" fact="-0.1891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3571"/>
                <dgm:constr type="w" for="ch" forName="accent_2" refType="h" refFor="ch" refForName="accent_2" op="equ"/>
                <dgm:constr type="ctrY" for="ch" forName="accent_2" refType="h" fact="0.7143"/>
                <dgm:constr type="ctrX" for="ch" forName="accent_2" refType="w"/>
                <dgm:constr type="ctrXOff" for="ch" forName="accent_2" refType="h" fact="-0.1891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primFontSz" for="ch" ptType="node" op="equ" val="65"/>
              </dgm:constrLst>
            </dgm:if>
            <dgm:if name="Name16" axis="ch" ptType="node" func="cnt" op="equ" val="3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25"/>
                <dgm:constr type="w" for="ch" forName="accent_1" refType="h" refFor="ch" refForName="accent_1" op="equ"/>
                <dgm:constr type="ctrY" for="ch" forName="accent_1" refType="h" fact="0.2"/>
                <dgm:constr type="ctrX" for="ch" forName="accent_1" refType="w"/>
                <dgm:constr type="ctrXOff" for="ch" forName="accent_1" refType="h" fact="-0.1526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25"/>
                <dgm:constr type="w" for="ch" forName="accent_2" refType="h" refFor="ch" refForName="accent_2" op="equ"/>
                <dgm:constr type="ctrY" for="ch" forName="accent_2" refType="h" fact="0.5"/>
                <dgm:constr type="ctrX" for="ch" forName="accent_2" refType="w"/>
                <dgm:constr type="ctrXOff" for="ch" forName="accent_2" refType="h" fact="-0.2253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25"/>
                <dgm:constr type="w" for="ch" forName="accent_3" refType="h" refFor="ch" refForName="accent_3" op="equ"/>
                <dgm:constr type="ctrY" for="ch" forName="accent_3" refType="h" fact="0.8"/>
                <dgm:constr type="ctrX" for="ch" forName="accent_3" refType="w"/>
                <dgm:constr type="ctrXOff" for="ch" forName="accent_3" refType="h" fact="-0.1526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primFontSz" for="ch" ptType="node" op="equ" val="65"/>
              </dgm:constrLst>
            </dgm:if>
            <dgm:if name="Name17" axis="ch" ptType="node" func="cnt" op="equ" val="4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923"/>
                <dgm:constr type="w" for="ch" forName="accent_1" refType="h" refFor="ch" refForName="accent_1" op="equ"/>
                <dgm:constr type="ctrY" for="ch" forName="accent_1" refType="h" fact="0.1538"/>
                <dgm:constr type="ctrX" for="ch" forName="accent_1" refType="w"/>
                <dgm:constr type="ctrXOff" for="ch" forName="accent_1" refType="h" fact="-0.1268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923"/>
                <dgm:constr type="w" for="ch" forName="accent_2" refType="h" refFor="ch" refForName="accent_2" op="equ"/>
                <dgm:constr type="ctrY" for="ch" forName="accent_2" refType="h" fact="0.3846"/>
                <dgm:constr type="ctrX" for="ch" forName="accent_2" refType="w"/>
                <dgm:constr type="ctrXOff" for="ch" forName="accent_2" refType="h" fact="-0.215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923"/>
                <dgm:constr type="w" for="ch" forName="accent_3" refType="h" refFor="ch" refForName="accent_3" op="equ"/>
                <dgm:constr type="ctrY" for="ch" forName="accent_3" refType="h" fact="0.6154"/>
                <dgm:constr type="ctrX" for="ch" forName="accent_3" refType="w"/>
                <dgm:constr type="ctrXOff" for="ch" forName="accent_3" refType="h" fact="-0.21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923"/>
                <dgm:constr type="w" for="ch" forName="accent_4" refType="h" refFor="ch" refForName="accent_4" op="equ"/>
                <dgm:constr type="ctrY" for="ch" forName="accent_4" refType="h" fact="0.8462"/>
                <dgm:constr type="ctrX" for="ch" forName="accent_4" refType="w"/>
                <dgm:constr type="ctrXOff" for="ch" forName="accent_4" refType="h" fact="-0.126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primFontSz" for="ch" ptType="node" op="equ" val="65"/>
              </dgm:constrLst>
            </dgm:if>
            <dgm:if name="Name18" axis="ch" ptType="node" func="cnt" op="equ" val="5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563"/>
                <dgm:constr type="w" for="ch" forName="accent_1" refType="h" refFor="ch" refForName="accent_1" op="equ"/>
                <dgm:constr type="ctrY" for="ch" forName="accent_1" refType="h" fact="0.125"/>
                <dgm:constr type="ctrX" for="ch" forName="accent_1" refType="w"/>
                <dgm:constr type="ctrXOff" for="ch" forName="accent_1" refType="h" fact="-0.1082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563"/>
                <dgm:constr type="w" for="ch" forName="accent_2" refType="h" refFor="ch" refForName="accent_2" op="equ"/>
                <dgm:constr type="ctrY" for="ch" forName="accent_2" refType="h" fact="0.3125"/>
                <dgm:constr type="ctrX" for="ch" forName="accent_2" refType="w"/>
                <dgm:constr type="ctrXOff" for="ch" forName="accent_2" refType="h" fact="-0.197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563"/>
                <dgm:constr type="w" for="ch" forName="accent_3" refType="h" refFor="ch" refForName="accent_3" op="equ"/>
                <dgm:constr type="ctrY" for="ch" forName="accent_3" refType="h" fact="0.5"/>
                <dgm:constr type="ctrX" for="ch" forName="accent_3" refType="w"/>
                <dgm:constr type="ctrXOff" for="ch" forName="accent_3" refType="h" fact="-0.2253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563"/>
                <dgm:constr type="w" for="ch" forName="accent_4" refType="h" refFor="ch" refForName="accent_4" op="equ"/>
                <dgm:constr type="ctrY" for="ch" forName="accent_4" refType="h" fact="0.6875"/>
                <dgm:constr type="ctrX" for="ch" forName="accent_4" refType="w"/>
                <dgm:constr type="ctrXOff" for="ch" forName="accent_4" refType="h" fact="-0.1978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563"/>
                <dgm:constr type="w" for="ch" forName="accent_5" refType="h" refFor="ch" refForName="accent_5" op="equ"/>
                <dgm:constr type="ctrY" for="ch" forName="accent_5" refType="h" fact="0.875"/>
                <dgm:constr type="ctrX" for="ch" forName="accent_5" refType="w"/>
                <dgm:constr type="ctrXOff" for="ch" forName="accent_5" refType="h" fact="-0.1082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primFontSz" for="ch" ptType="node" op="equ" val="65"/>
              </dgm:constrLst>
            </dgm:if>
            <dgm:if name="Name19" axis="ch" ptType="node" func="cnt" op="equ" val="6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316"/>
                <dgm:constr type="w" for="ch" forName="accent_1" refType="h" refFor="ch" refForName="accent_1" op="equ"/>
                <dgm:constr type="ctrY" for="ch" forName="accent_1" refType="h" fact="0.1053"/>
                <dgm:constr type="ctrX" for="ch" forName="accent_1" refType="w"/>
                <dgm:constr type="ctrXOff" for="ch" forName="accent_1" refType="h" fact="-0.0943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316"/>
                <dgm:constr type="w" for="ch" forName="accent_2" refType="h" refFor="ch" refForName="accent_2" op="equ"/>
                <dgm:constr type="ctrY" for="ch" forName="accent_2" refType="h" fact="0.2632"/>
                <dgm:constr type="ctrX" for="ch" forName="accent_2" refType="w"/>
                <dgm:constr type="ctrXOff" for="ch" forName="accent_2" refType="h" fact="-0.1809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316"/>
                <dgm:constr type="w" for="ch" forName="accent_3" refType="h" refFor="ch" refForName="accent_3" op="equ"/>
                <dgm:constr type="ctrY" for="ch" forName="accent_3" refType="h" fact="0.4211"/>
                <dgm:constr type="ctrX" for="ch" forName="accent_3" refType="w"/>
                <dgm:constr type="ctrXOff" for="ch" forName="accent_3" refType="h" fact="-0.2205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316"/>
                <dgm:constr type="w" for="ch" forName="accent_4" refType="h" refFor="ch" refForName="accent_4" op="equ"/>
                <dgm:constr type="ctrY" for="ch" forName="accent_4" refType="h" fact="0.5789"/>
                <dgm:constr type="ctrX" for="ch" forName="accent_4" refType="w"/>
                <dgm:constr type="ctrXOff" for="ch" forName="accent_4" refType="h" fact="-0.2205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316"/>
                <dgm:constr type="w" for="ch" forName="accent_5" refType="h" refFor="ch" refForName="accent_5" op="equ"/>
                <dgm:constr type="ctrY" for="ch" forName="accent_5" refType="h" fact="0.7368"/>
                <dgm:constr type="ctrX" for="ch" forName="accent_5" refType="w"/>
                <dgm:constr type="ctrXOff" for="ch" forName="accent_5" refType="h" fact="-0.18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316"/>
                <dgm:constr type="w" for="ch" forName="accent_6" refType="h" refFor="ch" refForName="accent_6" op="equ"/>
                <dgm:constr type="ctrY" for="ch" forName="accent_6" refType="h" fact="0.8947"/>
                <dgm:constr type="ctrX" for="ch" forName="accent_6" refType="w"/>
                <dgm:constr type="ctrXOff" for="ch" forName="accent_6" refType="h" fact="-0.0943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primFontSz" for="ch" ptType="node" op="equ" val="65"/>
              </dgm:constrLst>
            </dgm:if>
            <dgm:else name="Name20">
              <dgm:constrLst>
                <dgm:constr type="h" for="ch" forName="cycle" refType="h"/>
                <dgm:constr type="w" for="ch" forName="cycle" refType="h" refFor="ch" refForName="cycle" fact="0.26"/>
                <dgm:constr type="r" for="ch" forName="cycle" refType="w"/>
                <dgm:constr type="ctrY" for="ch" forName="cycle" refType="h" fact="0.5"/>
                <dgm:constr type="diam" for="ch" forName="cycle" refType="h" fact="1.344"/>
                <dgm:constr type="h" for="ch" forName="accent_1" refType="h" fact="0.1136"/>
                <dgm:constr type="w" for="ch" forName="accent_1" refType="h" refFor="ch" refForName="accent_1" op="equ"/>
                <dgm:constr type="ctrY" for="ch" forName="accent_1" refType="h" fact="0.0909"/>
                <dgm:constr type="ctrX" for="ch" forName="accent_1" refType="w"/>
                <dgm:constr type="ctrXOff" for="ch" forName="accent_1" refType="h" fact="-0.0835"/>
                <dgm:constr type="r" for="ch" forName="text_1" refType="ctrX" refFor="ch" refForName="accent_1"/>
                <dgm:constr type="rOff" for="ch" forName="text_1" refType="ctrXOff" refFor="ch" refForName="accent_1"/>
                <dgm:constr type="l" for="ch" forName="text_1"/>
                <dgm:constr type="w" for="ch" forName="text_1" refType="h" refFor="ch" refForName="text_1" op="gte"/>
                <dgm:constr type="h" for="ch" forName="text_1" refType="h" refFor="ch" refForName="accent_1" fact="0.8"/>
                <dgm:constr type="ctrY" for="ch" forName="text_1" refType="ctrY" refFor="ch" refForName="accent_1"/>
                <dgm:constr type="rMarg" for="ch" forName="text_1" refType="w" refFor="ch" refForName="accent_1" fact="1.8"/>
                <dgm:constr type="h" for="ch" forName="accent_2" refType="h" fact="0.1136"/>
                <dgm:constr type="w" for="ch" forName="accent_2" refType="h" refFor="ch" refForName="accent_2" op="equ"/>
                <dgm:constr type="ctrY" for="ch" forName="accent_2" refType="h" fact="0.2273"/>
                <dgm:constr type="ctrX" for="ch" forName="accent_2" refType="w"/>
                <dgm:constr type="ctrXOff" for="ch" forName="accent_2" refType="h" fact="-0.1658"/>
                <dgm:constr type="r" for="ch" forName="text_2" refType="ctrX" refFor="ch" refForName="accent_2"/>
                <dgm:constr type="rOff" for="ch" forName="text_2" refType="ctrXOff" refFor="ch" refForName="accent_2"/>
                <dgm:constr type="l" for="ch" forName="text_2"/>
                <dgm:constr type="w" for="ch" forName="text_2" refType="h" refFor="ch" refForName="text_2" op="gte"/>
                <dgm:constr type="h" for="ch" forName="text_2" refType="h" refFor="ch" refForName="accent_2" fact="0.8"/>
                <dgm:constr type="ctrY" for="ch" forName="text_2" refType="ctrY" refFor="ch" refForName="accent_2"/>
                <dgm:constr type="rMarg" for="ch" forName="text_2" refType="w" refFor="ch" refForName="accent_2" fact="1.8"/>
                <dgm:constr type="h" for="ch" forName="accent_3" refType="h" fact="0.1136"/>
                <dgm:constr type="w" for="ch" forName="accent_3" refType="h" refFor="ch" refForName="accent_3" op="equ"/>
                <dgm:constr type="ctrY" for="ch" forName="accent_3" refType="h" fact="0.3636"/>
                <dgm:constr type="ctrX" for="ch" forName="accent_3" refType="w"/>
                <dgm:constr type="ctrXOff" for="ch" forName="accent_3" refType="h" fact="-0.2109"/>
                <dgm:constr type="r" for="ch" forName="text_3" refType="ctrX" refFor="ch" refForName="accent_3"/>
                <dgm:constr type="rOff" for="ch" forName="text_3" refType="ctrXOff" refFor="ch" refForName="accent_3"/>
                <dgm:constr type="l" for="ch" forName="text_3"/>
                <dgm:constr type="w" for="ch" forName="text_3" refType="h" refFor="ch" refForName="text_3" op="gte"/>
                <dgm:constr type="h" for="ch" forName="text_3" refType="h" refFor="ch" refForName="accent_3" fact="0.8"/>
                <dgm:constr type="ctrY" for="ch" forName="text_3" refType="ctrY" refFor="ch" refForName="accent_3"/>
                <dgm:constr type="rMarg" for="ch" forName="text_3" refType="w" refFor="ch" refForName="accent_3" fact="1.8"/>
                <dgm:constr type="h" for="ch" forName="accent_4" refType="h" fact="0.1136"/>
                <dgm:constr type="w" for="ch" forName="accent_4" refType="h" refFor="ch" refForName="accent_4" op="equ"/>
                <dgm:constr type="ctrY" for="ch" forName="accent_4" refType="h" fact="0.5"/>
                <dgm:constr type="ctrX" for="ch" forName="accent_4" refType="w"/>
                <dgm:constr type="ctrXOff" for="ch" forName="accent_4" refType="h" fact="-0.2253"/>
                <dgm:constr type="r" for="ch" forName="text_4" refType="ctrX" refFor="ch" refForName="accent_4"/>
                <dgm:constr type="rOff" for="ch" forName="text_4" refType="ctrXOff" refFor="ch" refForName="accent_4"/>
                <dgm:constr type="l" for="ch" forName="text_4"/>
                <dgm:constr type="w" for="ch" forName="text_4" refType="h" refFor="ch" refForName="text_4" op="gte"/>
                <dgm:constr type="h" for="ch" forName="text_4" refType="h" refFor="ch" refForName="accent_4" fact="0.8"/>
                <dgm:constr type="ctrY" for="ch" forName="text_4" refType="ctrY" refFor="ch" refForName="accent_4"/>
                <dgm:constr type="rMarg" for="ch" forName="text_4" refType="w" refFor="ch" refForName="accent_4" fact="1.8"/>
                <dgm:constr type="h" for="ch" forName="accent_5" refType="h" fact="0.1136"/>
                <dgm:constr type="w" for="ch" forName="accent_5" refType="h" refFor="ch" refForName="accent_5" op="equ"/>
                <dgm:constr type="ctrY" for="ch" forName="accent_5" refType="h" fact="0.6364"/>
                <dgm:constr type="ctrX" for="ch" forName="accent_5" refType="w"/>
                <dgm:constr type="ctrXOff" for="ch" forName="accent_5" refType="h" fact="-0.2109"/>
                <dgm:constr type="r" for="ch" forName="text_5" refType="ctrX" refFor="ch" refForName="accent_5"/>
                <dgm:constr type="rOff" for="ch" forName="text_5" refType="ctrXOff" refFor="ch" refForName="accent_5"/>
                <dgm:constr type="l" for="ch" forName="text_5"/>
                <dgm:constr type="w" for="ch" forName="text_5" refType="h" refFor="ch" refForName="text_5" op="gte"/>
                <dgm:constr type="h" for="ch" forName="text_5" refType="h" refFor="ch" refForName="accent_5" fact="0.8"/>
                <dgm:constr type="ctrY" for="ch" forName="text_5" refType="ctrY" refFor="ch" refForName="accent_5"/>
                <dgm:constr type="rMarg" for="ch" forName="text_5" refType="w" refFor="ch" refForName="accent_5" fact="1.8"/>
                <dgm:constr type="h" for="ch" forName="accent_6" refType="h" fact="0.1136"/>
                <dgm:constr type="w" for="ch" forName="accent_6" refType="h" refFor="ch" refForName="accent_6" op="equ"/>
                <dgm:constr type="ctrY" for="ch" forName="accent_6" refType="h" fact="0.7727"/>
                <dgm:constr type="ctrX" for="ch" forName="accent_6" refType="w"/>
                <dgm:constr type="ctrXOff" for="ch" forName="accent_6" refType="h" fact="-0.1658"/>
                <dgm:constr type="r" for="ch" forName="text_6" refType="ctrX" refFor="ch" refForName="accent_6"/>
                <dgm:constr type="rOff" for="ch" forName="text_6" refType="ctrXOff" refFor="ch" refForName="accent_6"/>
                <dgm:constr type="l" for="ch" forName="text_6"/>
                <dgm:constr type="w" for="ch" forName="text_6" refType="h" refFor="ch" refForName="text_6" op="gte"/>
                <dgm:constr type="h" for="ch" forName="text_6" refType="h" refFor="ch" refForName="accent_6" fact="0.8"/>
                <dgm:constr type="ctrY" for="ch" forName="text_6" refType="ctrY" refFor="ch" refForName="accent_6"/>
                <dgm:constr type="rMarg" for="ch" forName="text_6" refType="w" refFor="ch" refForName="accent_6" fact="1.8"/>
                <dgm:constr type="h" for="ch" forName="accent_7" refType="h" fact="0.1136"/>
                <dgm:constr type="w" for="ch" forName="accent_7" refType="h" refFor="ch" refForName="accent_7" op="equ"/>
                <dgm:constr type="ctrY" for="ch" forName="accent_7" refType="h" fact="0.9091"/>
                <dgm:constr type="ctrX" for="ch" forName="accent_7" refType="w"/>
                <dgm:constr type="ctrXOff" for="ch" forName="accent_7" refType="h" fact="-0.0835"/>
                <dgm:constr type="r" for="ch" forName="text_7" refType="ctrX" refFor="ch" refForName="accent_7"/>
                <dgm:constr type="rOff" for="ch" forName="text_7" refType="ctrXOff" refFor="ch" refForName="accent_7"/>
                <dgm:constr type="l" for="ch" forName="text_7"/>
                <dgm:constr type="w" for="ch" forName="text_7" refType="h" refFor="ch" refForName="text_7" op="gte"/>
                <dgm:constr type="h" for="ch" forName="text_7" refType="h" refFor="ch" refForName="accent_7" fact="0.8"/>
                <dgm:constr type="ctrY" for="ch" forName="text_7" refType="ctrY" refFor="ch" refForName="accent_7"/>
                <dgm:constr type="rMarg" for="ch" forName="text_7" refType="w" refFor="ch" refForName="accent_7" fact="1.8"/>
                <dgm:constr type="primFontSz" for="ch" ptType="node" op="equ" val="65"/>
              </dgm:constrLst>
            </dgm:else>
          </dgm:choose>
        </dgm:else>
      </dgm:choose>
      <dgm:layoutNode name="cycle">
        <dgm:choose name="Name21">
          <dgm:if name="Name22" func="var" arg="dir" op="equ" val="norm">
            <dgm:alg type="cycle">
              <dgm:param type="stAng" val="45"/>
              <dgm:param type="spanAng" val="90"/>
            </dgm:alg>
          </dgm:if>
          <dgm:else name="Name23">
            <dgm:alg type="cycle">
              <dgm:param type="stAng" val="225"/>
              <dgm:param type="spanAng" val="90"/>
            </dgm:alg>
          </dgm:else>
        </dgm:choose>
        <dgm:shape xmlns:r="http://schemas.openxmlformats.org/officeDocument/2006/relationships" r:blip="">
          <dgm:adjLst/>
        </dgm:shape>
        <dgm:presOf/>
        <dgm:constrLst>
          <dgm:constr type="w" for="ch" val="1"/>
          <dgm:constr type="h" for="ch" val="1"/>
          <dgm:constr type="diam" for="ch" forName="conn" refType="diam"/>
        </dgm:constrLst>
        <dgm:layoutNode name="src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conn" styleLbl="parChTrans1D2">
          <dgm:alg type="conn">
            <dgm:param type="connRout" val="curve"/>
            <dgm:param type="srcNode" val="srcNode"/>
            <dgm:param type="dstNode" val="dstNode"/>
            <dgm:param type="begPts" val="ctr"/>
            <dgm:param type="endPts" val="ctr"/>
            <dgm:param type="endSty" val="noArr"/>
          </dgm:alg>
          <dgm:shape xmlns:r="http://schemas.openxmlformats.org/officeDocument/2006/relationships" type="conn" r:blip="">
            <dgm:adjLst/>
          </dgm:shape>
          <dgm:presOf axis="desOrSelf" ptType="sibTrans" hideLastTrans="0" st="0" cnt="1"/>
          <dgm:constrLst>
            <dgm:constr type="begPad"/>
            <dgm:constr type="endPad"/>
          </dgm:constrLst>
        </dgm:layoutNode>
        <dgm:layoutNode name="extraNode">
          <dgm:alg type="sp"/>
          <dgm:shape xmlns:r="http://schemas.openxmlformats.org/officeDocument/2006/relationships" type="rect" r:blip="" hideGeom="1">
            <dgm:adjLst/>
          </dgm:shape>
          <dgm:presOf/>
        </dgm:layoutNode>
        <dgm:layoutNode name="dstNode">
          <dgm:alg type="sp"/>
          <dgm:shape xmlns:r="http://schemas.openxmlformats.org/officeDocument/2006/relationships" type="rect" r:blip="" hideGeom="1">
            <dgm:adjLst/>
          </dgm:shape>
          <dgm:presOf/>
        </dgm:layoutNode>
      </dgm:layoutNode>
      <dgm:forEach name="wrapper" axis="self" ptType="parTrans">
        <dgm:forEach name="wrapper2" axis="self" ptType="sibTrans" st="2">
          <dgm:forEach name="accentRepeat" axis="self">
            <dgm:layoutNode name="accentRepeatNode" styleLbl="solidFgAcc1">
              <dgm:alg type="sp"/>
              <dgm:shape xmlns:r="http://schemas.openxmlformats.org/officeDocument/2006/relationships" type="ellipse" r:blip="">
                <dgm:adjLst/>
              </dgm:shape>
              <dgm:presOf/>
            </dgm:layoutNode>
          </dgm:forEach>
        </dgm:forEach>
      </dgm:forEach>
      <dgm:forEach name="Name24" axis="ch" ptType="node" cnt="1">
        <dgm:layoutNode name="text_1" styleLbl="node1">
          <dgm:varLst>
            <dgm:bulletEnabled val="1"/>
          </dgm:varLst>
          <dgm:choose name="Name25">
            <dgm:if name="Name2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2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1">
          <dgm:alg type="sp"/>
          <dgm:shape xmlns:r="http://schemas.openxmlformats.org/officeDocument/2006/relationships" r:blip="">
            <dgm:adjLst/>
          </dgm:shape>
          <dgm:presOf/>
          <dgm:constrLst/>
          <dgm:forEach name="Name28" ref="accentRepeat"/>
        </dgm:layoutNode>
      </dgm:forEach>
      <dgm:forEach name="Name29" axis="ch" ptType="node" st="2" cnt="1">
        <dgm:layoutNode name="text_2" styleLbl="node1">
          <dgm:varLst>
            <dgm:bulletEnabled val="1"/>
          </dgm:varLst>
          <dgm:choose name="Name30">
            <dgm:if name="Name3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2">
          <dgm:alg type="sp"/>
          <dgm:shape xmlns:r="http://schemas.openxmlformats.org/officeDocument/2006/relationships" r:blip="">
            <dgm:adjLst/>
          </dgm:shape>
          <dgm:presOf/>
          <dgm:constrLst/>
          <dgm:forEach name="Name33" ref="accentRepeat"/>
        </dgm:layoutNode>
      </dgm:forEach>
      <dgm:forEach name="Name34" axis="ch" ptType="node" st="3" cnt="1">
        <dgm:layoutNode name="text_3" styleLbl="node1">
          <dgm:varLst>
            <dgm:bulletEnabled val="1"/>
          </dgm:varLst>
          <dgm:choose name="Name35">
            <dgm:if name="Name3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3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3">
          <dgm:alg type="sp"/>
          <dgm:shape xmlns:r="http://schemas.openxmlformats.org/officeDocument/2006/relationships" r:blip="">
            <dgm:adjLst/>
          </dgm:shape>
          <dgm:presOf/>
          <dgm:constrLst/>
          <dgm:forEach name="Name38" ref="accentRepeat"/>
        </dgm:layoutNode>
      </dgm:forEach>
      <dgm:forEach name="Name39" axis="ch" ptType="node" st="4" cnt="1">
        <dgm:layoutNode name="text_4" styleLbl="node1">
          <dgm:varLst>
            <dgm:bulletEnabled val="1"/>
          </dgm:varLst>
          <dgm:choose name="Name40">
            <dgm:if name="Name4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4">
          <dgm:alg type="sp"/>
          <dgm:shape xmlns:r="http://schemas.openxmlformats.org/officeDocument/2006/relationships" r:blip="">
            <dgm:adjLst/>
          </dgm:shape>
          <dgm:presOf/>
          <dgm:constrLst/>
          <dgm:forEach name="Name43" ref="accentRepeat"/>
        </dgm:layoutNode>
      </dgm:forEach>
      <dgm:forEach name="Name44" axis="ch" ptType="node" st="5" cnt="1">
        <dgm:layoutNode name="text_5" styleLbl="node1">
          <dgm:varLst>
            <dgm:bulletEnabled val="1"/>
          </dgm:varLst>
          <dgm:choose name="Name45">
            <dgm:if name="Name4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4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5">
          <dgm:alg type="sp"/>
          <dgm:shape xmlns:r="http://schemas.openxmlformats.org/officeDocument/2006/relationships" r:blip="">
            <dgm:adjLst/>
          </dgm:shape>
          <dgm:presOf/>
          <dgm:constrLst/>
          <dgm:forEach name="Name48" ref="accentRepeat"/>
        </dgm:layoutNode>
      </dgm:forEach>
      <dgm:forEach name="Name49" axis="ch" ptType="node" st="6" cnt="1">
        <dgm:layoutNode name="text_6" styleLbl="node1">
          <dgm:varLst>
            <dgm:bulletEnabled val="1"/>
          </dgm:varLst>
          <dgm:choose name="Name50">
            <dgm:if name="Name51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2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6">
          <dgm:alg type="sp"/>
          <dgm:shape xmlns:r="http://schemas.openxmlformats.org/officeDocument/2006/relationships" r:blip="">
            <dgm:adjLst/>
          </dgm:shape>
          <dgm:presOf/>
          <dgm:constrLst/>
          <dgm:forEach name="Name53" ref="accentRepeat"/>
        </dgm:layoutNode>
      </dgm:forEach>
      <dgm:forEach name="Name54" axis="ch" ptType="node" st="7" cnt="1">
        <dgm:layoutNode name="text_7" styleLbl="node1">
          <dgm:varLst>
            <dgm:bulletEnabled val="1"/>
          </dgm:varLst>
          <dgm:choose name="Name55">
            <dgm:if name="Name56" func="var" arg="dir" op="equ" val="norm">
              <dgm:alg type="tx">
                <dgm:param type="parTxLTRAlign" val="l"/>
                <dgm:param type="shpTxLTRAlignCh" val="l"/>
                <dgm:param type="parTxRTLAlign" val="l"/>
                <dgm:param type="shpTxRTLAlignCh" val="l"/>
              </dgm:alg>
            </dgm:if>
            <dgm:else name="Name57">
              <dgm:alg type="tx">
                <dgm:param type="parTxLTRAlign" val="r"/>
                <dgm:param type="shpTxLTRAlignCh" val="r"/>
                <dgm:param type="parTxRTLAlign" val="r"/>
                <dgm:param type="shpTxRTLAlignCh" val="r"/>
              </dgm:alg>
            </dgm:else>
          </dgm:choose>
          <dgm:shape xmlns:r="http://schemas.openxmlformats.org/officeDocument/2006/relationships" type="rect" r:blip="">
            <dgm:adjLst/>
          </dgm:shape>
          <dgm:presOf axis="desOrSelf" ptType="node"/>
          <dgm:constrLst>
            <dgm:constr type="primFontSz" val="65"/>
            <dgm:constr type="lMarg" refType="primFontSz" fact="0.2"/>
            <dgm:constr type="rMarg" refType="primFontSz" fact="0.2"/>
            <dgm:constr type="tMarg" refType="primFontSz" fact="0.2"/>
            <dgm:constr type="bMarg" refType="primFontSz" fact="0.2"/>
          </dgm:constrLst>
          <dgm:ruleLst>
            <dgm:rule type="primFontSz" val="5" fact="NaN" max="NaN"/>
          </dgm:ruleLst>
        </dgm:layoutNode>
        <dgm:layoutNode name="accent_7">
          <dgm:alg type="sp"/>
          <dgm:shape xmlns:r="http://schemas.openxmlformats.org/officeDocument/2006/relationships" r:blip="">
            <dgm:adjLst/>
          </dgm:shape>
          <dgm:presOf/>
          <dgm:constrLst/>
          <dgm:forEach name="Name58" ref="accentRepeat"/>
        </dgm:layoutNode>
      </dgm:forEach>
    </dgm:layoutNod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4">
  <dgm:title val=""/>
  <dgm:desc val=""/>
  <dgm:catLst>
    <dgm:cat type="simple" pri="104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3">
        <a:scrgbClr r="0" g="0" b="0"/>
      </a:fillRef>
      <a:effectRef idx="2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2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3">
        <a:scrgbClr r="0" g="0" b="0"/>
      </a:fillRef>
      <a:effectRef idx="2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FF81CEA5-62FD-4C83-BDE3-91DFB9827D8F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FA1CBFD-6AD0-48C4-B91B-58830F6F4C3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F869721-F543-4A6C-BF9D-65D7CC540427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9E55D22-46A3-4B8C-AD40-252FE7896C36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E70DCEF-9071-4B17-801B-37B4465C8E15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90168E-626C-4E60-93C0-A00D25609468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4934770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732326A-4C88-4AFB-AA5B-5919D81DFF5B}" type="datetimeFigureOut">
              <a:rPr lang="en-US" smtClean="0"/>
              <a:t>6/11/2026</a:t>
            </a:fld>
            <a:endParaRPr lang="en-US" dirty="0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 dirty="0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6B3AB32-59DF-41F1-9618-EDFBF5049629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6180564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1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900470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2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319275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4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51155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C6B3AB32-59DF-41F1-9618-EDFBF5049629}" type="slidenum">
              <a:rPr lang="en-US" smtClean="0"/>
              <a:t>5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671413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446534" y="3085765"/>
            <a:ext cx="11262866" cy="330480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81191" y="1020431"/>
            <a:ext cx="10993549" cy="1475013"/>
          </a:xfrm>
          <a:effectLst/>
        </p:spPr>
        <p:txBody>
          <a:bodyPr anchor="b">
            <a:normAutofit/>
          </a:bodyPr>
          <a:lstStyle>
            <a:lvl1pPr>
              <a:defRPr sz="360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581194" y="2495445"/>
            <a:ext cx="10993546" cy="590321"/>
          </a:xfrm>
        </p:spPr>
        <p:txBody>
          <a:bodyPr anchor="t">
            <a:normAutofit/>
          </a:bodyPr>
          <a:lstStyle>
            <a:lvl1pPr marL="0" indent="0" algn="l">
              <a:buNone/>
              <a:defRPr sz="1600" cap="all">
                <a:solidFill>
                  <a:schemeClr val="accent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605951" y="5956137"/>
            <a:ext cx="284480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81192" y="5951811"/>
            <a:ext cx="691721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16440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0301860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1192" y="2180496"/>
            <a:ext cx="11029615" cy="367830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558300" y="5956137"/>
            <a:ext cx="1052508" cy="365125"/>
          </a:xfrm>
        </p:spPr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399816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3043910"/>
            <a:ext cx="11029615" cy="1497507"/>
          </a:xfrm>
        </p:spPr>
        <p:txBody>
          <a:bodyPr anchor="b">
            <a:normAutofit/>
          </a:bodyPr>
          <a:lstStyle>
            <a:lvl1pPr algn="l">
              <a:defRPr sz="3600" b="0" cap="all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4541417"/>
            <a:ext cx="11029615" cy="600556"/>
          </a:xfrm>
        </p:spPr>
        <p:txBody>
          <a:bodyPr anchor="t">
            <a:normAutofit/>
          </a:bodyPr>
          <a:lstStyle>
            <a:lvl1pPr marL="0" indent="0" algn="l">
              <a:buNone/>
              <a:defRPr sz="1800" cap="all">
                <a:solidFill>
                  <a:schemeClr val="accent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0929088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581193" y="2228003"/>
            <a:ext cx="5422390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88417" y="2228003"/>
            <a:ext cx="5422392" cy="3633047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8716740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 10"/>
          <p:cNvSpPr>
            <a:spLocks noChangeAspect="1"/>
          </p:cNvSpPr>
          <p:nvPr/>
        </p:nvSpPr>
        <p:spPr>
          <a:xfrm>
            <a:off x="445982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581193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87219" y="2250892"/>
            <a:ext cx="5087075" cy="536005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1194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3735" y="2250892"/>
            <a:ext cx="5087073" cy="553373"/>
          </a:xfrm>
        </p:spPr>
        <p:txBody>
          <a:bodyPr anchor="b">
            <a:noAutofit/>
          </a:bodyPr>
          <a:lstStyle>
            <a:lvl1pPr marL="0" indent="0">
              <a:buNone/>
              <a:defRPr sz="2200" b="0">
                <a:solidFill>
                  <a:schemeClr val="accent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709" y="2926052"/>
            <a:ext cx="5393100" cy="2934999"/>
          </a:xfrm>
        </p:spPr>
        <p:txBody>
          <a:bodyPr anchor="t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6/11/2026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2857402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6/11/2026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7" name="Rectangle 6"/>
          <p:cNvSpPr>
            <a:spLocks noChangeAspect="1"/>
          </p:cNvSpPr>
          <p:nvPr/>
        </p:nvSpPr>
        <p:spPr>
          <a:xfrm>
            <a:off x="440683" y="606554"/>
            <a:ext cx="11300036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8" name="Title 1"/>
          <p:cNvSpPr>
            <a:spLocks noGrp="1"/>
          </p:cNvSpPr>
          <p:nvPr>
            <p:ph type="title"/>
          </p:nvPr>
        </p:nvSpPr>
        <p:spPr>
          <a:xfrm>
            <a:off x="575894" y="729658"/>
            <a:ext cx="11029616" cy="988332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643182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6/11/2026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269040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8"/>
          <p:cNvSpPr>
            <a:spLocks noChangeAspect="1"/>
          </p:cNvSpPr>
          <p:nvPr/>
        </p:nvSpPr>
        <p:spPr>
          <a:xfrm>
            <a:off x="447817" y="5141973"/>
            <a:ext cx="11298200" cy="1274702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2" y="5262296"/>
            <a:ext cx="4909445" cy="689514"/>
          </a:xfrm>
        </p:spPr>
        <p:txBody>
          <a:bodyPr anchor="ctr"/>
          <a:lstStyle>
            <a:lvl1pPr algn="l">
              <a:defRPr sz="2000" b="0"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47816" y="601200"/>
            <a:ext cx="11292840" cy="4204800"/>
          </a:xfrm>
        </p:spPr>
        <p:txBody>
          <a:bodyPr anchor="ctr">
            <a:normAutofit/>
          </a:bodyPr>
          <a:lstStyle>
            <a:lvl1pPr>
              <a:defRPr sz="2000">
                <a:solidFill>
                  <a:schemeClr val="tx2"/>
                </a:solidFill>
              </a:defRPr>
            </a:lvl1pPr>
            <a:lvl2pPr>
              <a:defRPr sz="1800">
                <a:solidFill>
                  <a:schemeClr val="tx2"/>
                </a:solidFill>
              </a:defRPr>
            </a:lvl2pPr>
            <a:lvl3pPr>
              <a:defRPr sz="1600">
                <a:solidFill>
                  <a:schemeClr val="tx2"/>
                </a:solidFill>
              </a:defRPr>
            </a:lvl3pPr>
            <a:lvl4pPr>
              <a:defRPr sz="1400">
                <a:solidFill>
                  <a:schemeClr val="tx2"/>
                </a:solidFill>
              </a:defRPr>
            </a:lvl4pPr>
            <a:lvl5pPr>
              <a:defRPr sz="1400">
                <a:solidFill>
                  <a:schemeClr val="tx2"/>
                </a:solidFill>
              </a:defRPr>
            </a:lvl5pPr>
            <a:lvl6pPr>
              <a:defRPr sz="1400">
                <a:solidFill>
                  <a:schemeClr val="tx2"/>
                </a:solidFill>
              </a:defRPr>
            </a:lvl6pPr>
            <a:lvl7pPr>
              <a:defRPr sz="1400">
                <a:solidFill>
                  <a:schemeClr val="tx2"/>
                </a:solidFill>
              </a:defRPr>
            </a:lvl7pPr>
            <a:lvl8pPr>
              <a:defRPr sz="1400">
                <a:solidFill>
                  <a:schemeClr val="tx2"/>
                </a:solidFill>
              </a:defRPr>
            </a:lvl8pPr>
            <a:lvl9pPr>
              <a:defRPr sz="1400">
                <a:solidFill>
                  <a:schemeClr val="tx2"/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740823" y="5262296"/>
            <a:ext cx="5869987" cy="689515"/>
          </a:xfrm>
        </p:spPr>
        <p:txBody>
          <a:bodyPr anchor="ctr">
            <a:normAutofit/>
          </a:bodyPr>
          <a:lstStyle>
            <a:lvl1pPr marL="0" indent="0" algn="r">
              <a:buNone/>
              <a:defRPr sz="1100">
                <a:solidFill>
                  <a:schemeClr val="bg1"/>
                </a:solidFill>
              </a:defRPr>
            </a:lvl1pPr>
            <a:lvl2pPr marL="457200" indent="0">
              <a:buNone/>
              <a:defRPr sz="11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2329620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81193" y="4693389"/>
            <a:ext cx="11029616" cy="566738"/>
          </a:xfrm>
        </p:spPr>
        <p:txBody>
          <a:bodyPr anchor="b">
            <a:normAutofit/>
          </a:bodyPr>
          <a:lstStyle>
            <a:lvl1pPr algn="l">
              <a:defRPr sz="2400" b="0">
                <a:solidFill>
                  <a:schemeClr val="accent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47817" y="599725"/>
            <a:ext cx="11290859" cy="3557252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581192" y="5260127"/>
            <a:ext cx="11029617" cy="598671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808037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>
            <a:spLocks noChangeAspect="1"/>
          </p:cNvSpPr>
          <p:nvPr/>
        </p:nvSpPr>
        <p:spPr>
          <a:xfrm>
            <a:off x="440286" y="614407"/>
            <a:ext cx="11309338" cy="1189298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581192" y="702156"/>
            <a:ext cx="11029616" cy="1013800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>
            <a:lvl1pPr algn="l">
              <a:defRPr/>
            </a:lvl1pPr>
            <a:lvl2pPr algn="l">
              <a:defRPr/>
            </a:lvl2pPr>
            <a:lvl3pPr algn="l">
              <a:defRPr/>
            </a:lvl3pPr>
            <a:lvl4pPr algn="l">
              <a:defRPr/>
            </a:lvl4pPr>
            <a:lvl5pPr algn="l">
              <a:defRPr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smtClean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5470114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spect="1"/>
          </p:cNvSpPr>
          <p:nvPr/>
        </p:nvSpPr>
        <p:spPr>
          <a:xfrm>
            <a:off x="8839201" y="599725"/>
            <a:ext cx="2906817" cy="5816950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1" y="675726"/>
            <a:ext cx="2004164" cy="5183073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74923" y="675726"/>
            <a:ext cx="7896279" cy="5183073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993673" y="5956137"/>
            <a:ext cx="1328141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774923" y="5951811"/>
            <a:ext cx="7896279" cy="365125"/>
          </a:xfrm>
        </p:spPr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446615" y="5956137"/>
            <a:ext cx="1164195" cy="365125"/>
          </a:xfrm>
        </p:spPr>
        <p:txBody>
          <a:bodyPr/>
          <a:lstStyle>
            <a:lvl1pPr>
              <a:defRPr>
                <a:solidFill>
                  <a:schemeClr val="accent1">
                    <a:lumMod val="75000"/>
                    <a:lumOff val="25000"/>
                  </a:schemeClr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915268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581192" y="705124"/>
            <a:ext cx="11029616" cy="1189554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81192" y="2336003"/>
            <a:ext cx="11029616" cy="352279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605951" y="5956137"/>
            <a:ext cx="28447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B61BEF0D-F0BB-DE4B-95CE-6DB70DBA9567}" type="datetimeFigureOut">
              <a:rPr lang="en-US" smtClean="0"/>
              <a:pPr/>
              <a:t>6/11/2026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81192" y="5951811"/>
            <a:ext cx="69172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cap="all">
                <a:solidFill>
                  <a:schemeClr val="accent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558300" y="5956137"/>
            <a:ext cx="10525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2"/>
                </a:solidFill>
              </a:defRPr>
            </a:lvl1pPr>
          </a:lstStyle>
          <a:p>
            <a:fld id="{D57F1E4F-1CFF-5643-939E-217C01CDF565}" type="slidenum">
              <a:rPr lang="en-US" smtClean="0"/>
              <a:pPr/>
              <a:t>‹#›</a:t>
            </a:fld>
            <a:endParaRPr lang="en-US" dirty="0"/>
          </a:p>
        </p:txBody>
      </p:sp>
      <p:sp>
        <p:nvSpPr>
          <p:cNvPr id="9" name="Rectangle 8"/>
          <p:cNvSpPr/>
          <p:nvPr/>
        </p:nvSpPr>
        <p:spPr>
          <a:xfrm>
            <a:off x="446534" y="457200"/>
            <a:ext cx="3703320" cy="9499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0" name="Rectangle 9"/>
          <p:cNvSpPr/>
          <p:nvPr/>
        </p:nvSpPr>
        <p:spPr>
          <a:xfrm>
            <a:off x="8042147" y="453643"/>
            <a:ext cx="3703320" cy="98554"/>
          </a:xfrm>
          <a:prstGeom prst="rect">
            <a:avLst/>
          </a:prstGeom>
          <a:solidFill>
            <a:schemeClr val="accent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4241830" y="457200"/>
            <a:ext cx="3703320" cy="91440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285554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457200" rtl="0" eaLnBrk="1" latinLnBrk="0" hangingPunct="1">
        <a:spcBef>
          <a:spcPct val="0"/>
        </a:spcBef>
        <a:buNone/>
        <a:defRPr sz="2800" b="0" kern="1200" cap="all">
          <a:solidFill>
            <a:schemeClr val="bg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06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800" kern="1200">
          <a:solidFill>
            <a:schemeClr val="tx2"/>
          </a:solidFill>
          <a:latin typeface="+mn-lt"/>
          <a:ea typeface="+mn-ea"/>
          <a:cs typeface="+mn-cs"/>
        </a:defRPr>
      </a:lvl1pPr>
      <a:lvl2pPr marL="630000" indent="-306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600" kern="1200">
          <a:solidFill>
            <a:schemeClr val="tx2"/>
          </a:solidFill>
          <a:latin typeface="+mn-lt"/>
          <a:ea typeface="+mn-ea"/>
          <a:cs typeface="+mn-cs"/>
        </a:defRPr>
      </a:lvl2pPr>
      <a:lvl3pPr marL="900000" indent="-270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400" kern="1200">
          <a:solidFill>
            <a:schemeClr val="tx2"/>
          </a:solidFill>
          <a:latin typeface="+mn-lt"/>
          <a:ea typeface="+mn-ea"/>
          <a:cs typeface="+mn-cs"/>
        </a:defRPr>
      </a:lvl3pPr>
      <a:lvl4pPr marL="124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4pPr>
      <a:lvl5pPr marL="1602000" indent="-2340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5pPr>
      <a:lvl6pPr marL="19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6pPr>
      <a:lvl7pPr marL="22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7pPr>
      <a:lvl8pPr marL="25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8pPr>
      <a:lvl9pPr marL="2800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2"/>
        </a:buClr>
        <a:buSzPct val="92000"/>
        <a:buFont typeface="Wingdings 2" panose="05020102010507070707" pitchFamily="18" charset="2"/>
        <a:buChar char=""/>
        <a:defRPr sz="1200" kern="120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8" Type="http://schemas.microsoft.com/office/2007/relationships/diagramDrawing" Target="../diagrams/drawing2.xml"/><Relationship Id="rId3" Type="http://schemas.openxmlformats.org/officeDocument/2006/relationships/image" Target="../media/image7.jpeg"/><Relationship Id="rId7" Type="http://schemas.openxmlformats.org/officeDocument/2006/relationships/diagramColors" Target="../diagrams/colors2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diagramQuickStyle" Target="../diagrams/quickStyle2.xml"/><Relationship Id="rId5" Type="http://schemas.openxmlformats.org/officeDocument/2006/relationships/diagramLayout" Target="../diagrams/layout2.xml"/><Relationship Id="rId4" Type="http://schemas.openxmlformats.org/officeDocument/2006/relationships/diagramData" Target="../diagrams/data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493D4EDA-58E0-40CC-B3CA-14CDEB349D2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Picture 6" descr="Digital Connections">
            <a:extLst>
              <a:ext uri="{FF2B5EF4-FFF2-40B4-BE49-F238E27FC236}">
                <a16:creationId xmlns:a16="http://schemas.microsoft.com/office/drawing/2014/main" id="{3840F91C-EDD0-4D4E-A4AB-E6C77856C88C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13265" t="9091" r="3502" b="-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7" name="Group 16">
            <a:extLst>
              <a:ext uri="{FF2B5EF4-FFF2-40B4-BE49-F238E27FC236}">
                <a16:creationId xmlns:a16="http://schemas.microsoft.com/office/drawing/2014/main" id="{AA9EB0BC-A85E-4C26-B355-5DFCEF6CCB4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3643E56B-BD42-413D-B17D-7958270F5DE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9" name="Rectangle 18">
              <a:extLst>
                <a:ext uri="{FF2B5EF4-FFF2-40B4-BE49-F238E27FC236}">
                  <a16:creationId xmlns:a16="http://schemas.microsoft.com/office/drawing/2014/main" id="{96C04F74-9467-4FA5-95DC-8D481A29740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D73DE1C3-5C37-42E9-A3F0-256F1938327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2" name="Rectangle 21">
            <a:extLst>
              <a:ext uri="{FF2B5EF4-FFF2-40B4-BE49-F238E27FC236}">
                <a16:creationId xmlns:a16="http://schemas.microsoft.com/office/drawing/2014/main" id="{4A2E7EC3-E07C-46CE-9B25-41865A50681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8732" y="4428067"/>
            <a:ext cx="11260667" cy="1962497"/>
          </a:xfrm>
          <a:prstGeom prst="rect">
            <a:avLst/>
          </a:prstGeom>
          <a:solidFill>
            <a:schemeClr val="accent1">
              <a:alpha val="97000"/>
            </a:schemeClr>
          </a:solidFill>
          <a:ln w="6350" cmpd="sng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2C5318-1A1E-49D0-B2E2-A4B0FA9E8A4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581191" y="4572000"/>
            <a:ext cx="10993549" cy="895244"/>
          </a:xfrm>
        </p:spPr>
        <p:txBody>
          <a:bodyPr>
            <a:noAutofit/>
          </a:bodyPr>
          <a:lstStyle/>
          <a:p>
            <a:r>
              <a:rPr lang="en-US" sz="6000">
                <a:solidFill>
                  <a:schemeClr val="bg1"/>
                </a:solidFill>
              </a:rPr>
              <a:t>Tech design</a:t>
            </a:r>
            <a:endParaRPr lang="en-US" sz="6000" dirty="0">
              <a:solidFill>
                <a:schemeClr val="bg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8B6CF59-4E5B-494D-A2F7-97ADD01E649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581194" y="5467246"/>
            <a:ext cx="10993546" cy="484822"/>
          </a:xfrm>
        </p:spPr>
        <p:txBody>
          <a:bodyPr>
            <a:normAutofit/>
          </a:bodyPr>
          <a:lstStyle/>
          <a:p>
            <a:endParaRPr lang="en-US" dirty="0">
              <a:solidFill>
                <a:srgbClr val="7CEBFF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8770071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9" name="Rectangle 28">
            <a:extLst>
              <a:ext uri="{FF2B5EF4-FFF2-40B4-BE49-F238E27FC236}">
                <a16:creationId xmlns:a16="http://schemas.microsoft.com/office/drawing/2014/main" id="{BFDA9692-ECDC-4B59-86B2-8C90FDE1A05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536712"/>
            <a:ext cx="12192000" cy="6321287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12C05506-42A1-49C0-9D87-081CCD9023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47817" y="5141974"/>
            <a:ext cx="11290860" cy="125882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040558-A365-4CCE-92FA-5A48CD98F9C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1192" y="5264487"/>
            <a:ext cx="11029616" cy="718870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EFF"/>
                </a:solidFill>
              </a:rPr>
              <a:t>Tech Requirements</a:t>
            </a:r>
          </a:p>
        </p:txBody>
      </p:sp>
      <p:graphicFrame>
        <p:nvGraphicFramePr>
          <p:cNvPr id="4" name="Content Placeholder 3" descr="icon SmartArt graphic">
            <a:extLst>
              <a:ext uri="{FF2B5EF4-FFF2-40B4-BE49-F238E27FC236}">
                <a16:creationId xmlns:a16="http://schemas.microsoft.com/office/drawing/2014/main" id="{81E592E1-99DF-4294-A2E9-EF46299BD3F4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541187836"/>
              </p:ext>
            </p:extLst>
          </p:nvPr>
        </p:nvGraphicFramePr>
        <p:xfrm>
          <a:off x="642938" y="858445"/>
          <a:ext cx="10906125" cy="3961205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170334259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1633EB-7DCB-4DDC-80AF-C885A3EE124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Competitive Landscape</a:t>
            </a:r>
          </a:p>
        </p:txBody>
      </p:sp>
      <p:pic>
        <p:nvPicPr>
          <p:cNvPr id="11" name="Content Placeholder 4" descr="Charts">
            <a:extLst>
              <a:ext uri="{FF2B5EF4-FFF2-40B4-BE49-F238E27FC236}">
                <a16:creationId xmlns:a16="http://schemas.microsoft.com/office/drawing/2014/main" id="{47D9BE16-119C-43B2-9AE6-18C4A150C0EF}"/>
              </a:ext>
            </a:extLst>
          </p:cNvPr>
          <p:cNvPicPr>
            <a:picLocks noGrp="1" noChangeAspect="1"/>
          </p:cNvPicPr>
          <p:nvPr>
            <p:ph sz="half" idx="1"/>
          </p:nvPr>
        </p:nvPicPr>
        <p:blipFill rotWithShape="1"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/>
        </p:blipFill>
        <p:spPr>
          <a:xfrm>
            <a:off x="581025" y="2231480"/>
            <a:ext cx="5422900" cy="3625353"/>
          </a:xfrm>
        </p:spPr>
      </p:pic>
      <p:pic>
        <p:nvPicPr>
          <p:cNvPr id="18" name="Content Placeholder 17" descr="Chart placeholder">
            <a:extLst>
              <a:ext uri="{FF2B5EF4-FFF2-40B4-BE49-F238E27FC236}">
                <a16:creationId xmlns:a16="http://schemas.microsoft.com/office/drawing/2014/main" id="{BFEA8EC1-23A4-4843-A9C3-AE771D73392A}"/>
              </a:ext>
            </a:extLst>
          </p:cNvPr>
          <p:cNvPicPr>
            <a:picLocks noGrp="1" noChangeAspect="1"/>
          </p:cNvPicPr>
          <p:nvPr>
            <p:ph sz="half" idx="2"/>
          </p:nvPr>
        </p:nvPicPr>
        <p:blipFill>
          <a:blip r:embed="rId3"/>
          <a:stretch>
            <a:fillRect/>
          </a:stretch>
        </p:blipFill>
        <p:spPr>
          <a:xfrm>
            <a:off x="6201811" y="2571845"/>
            <a:ext cx="5395428" cy="29446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6075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3" name="Rectangle 12">
            <a:extLst>
              <a:ext uri="{FF2B5EF4-FFF2-40B4-BE49-F238E27FC236}">
                <a16:creationId xmlns:a16="http://schemas.microsoft.com/office/drawing/2014/main" id="{4AE9D071-98CF-435C-BD2B-976514544DC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8" name="Content Placeholder 4" descr="Digital Numbers">
            <a:extLst>
              <a:ext uri="{FF2B5EF4-FFF2-40B4-BE49-F238E27FC236}">
                <a16:creationId xmlns:a16="http://schemas.microsoft.com/office/drawing/2014/main" id="{EA70616B-E344-4856-8DF9-707C26236613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t="10681" r="9091" b="12711"/>
          <a:stretch/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grpSp>
        <p:nvGrpSpPr>
          <p:cNvPr id="15" name="Group 14">
            <a:extLst>
              <a:ext uri="{FF2B5EF4-FFF2-40B4-BE49-F238E27FC236}">
                <a16:creationId xmlns:a16="http://schemas.microsoft.com/office/drawing/2014/main" id="{D619FC33-16ED-4246-9596-BEFEB55E4CF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38067" y="457200"/>
            <a:ext cx="7507083" cy="5935132"/>
            <a:chOff x="438067" y="457200"/>
            <a:chExt cx="7507083" cy="5935132"/>
          </a:xfrm>
        </p:grpSpPr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2EEA80E1-F99F-4009-837F-2F72F8A5D58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7" y="618067"/>
              <a:ext cx="7503665" cy="5774265"/>
            </a:xfrm>
            <a:prstGeom prst="rect">
              <a:avLst/>
            </a:prstGeom>
            <a:solidFill>
              <a:schemeClr val="accent1">
                <a:alpha val="97000"/>
              </a:schemeClr>
            </a:solidFill>
            <a:ln w="6350" cmpd="sng"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0230AF9A-4641-4BD8-9F95-9607CD304039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38068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8" name="Rectangle 17">
              <a:extLst>
                <a:ext uri="{FF2B5EF4-FFF2-40B4-BE49-F238E27FC236}">
                  <a16:creationId xmlns:a16="http://schemas.microsoft.com/office/drawing/2014/main" id="{8703D4EC-9389-41B6-B88B-B6FDC8CD3330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7F2616EE-270D-4F4C-BA1F-2708D387B80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84200" y="1006956"/>
            <a:ext cx="7213600" cy="1121871"/>
          </a:xfrm>
        </p:spPr>
        <p:txBody>
          <a:bodyPr anchor="ctr">
            <a:normAutofit/>
          </a:bodyPr>
          <a:lstStyle/>
          <a:p>
            <a:pPr algn="ctr"/>
            <a:r>
              <a:rPr lang="en-US" dirty="0"/>
              <a:t>Digital Communications</a:t>
            </a:r>
          </a:p>
        </p:txBody>
      </p:sp>
      <p:graphicFrame>
        <p:nvGraphicFramePr>
          <p:cNvPr id="6" name="Content Placeholder 5" descr="SmartArt">
            <a:extLst>
              <a:ext uri="{FF2B5EF4-FFF2-40B4-BE49-F238E27FC236}">
                <a16:creationId xmlns:a16="http://schemas.microsoft.com/office/drawing/2014/main" id="{BF629521-FFD2-45DA-9D1D-A5F09BD5A2D9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961337641"/>
              </p:ext>
            </p:extLst>
          </p:nvPr>
        </p:nvGraphicFramePr>
        <p:xfrm>
          <a:off x="719571" y="2198254"/>
          <a:ext cx="6854248" cy="356393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4" r:lo="rId5" r:qs="rId6" r:cs="rId7"/>
          </a:graphicData>
        </a:graphic>
      </p:graphicFrame>
    </p:spTree>
    <p:extLst>
      <p:ext uri="{BB962C8B-B14F-4D97-AF65-F5344CB8AC3E}">
        <p14:creationId xmlns:p14="http://schemas.microsoft.com/office/powerpoint/2010/main" val="420932200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79F11E2-8BA5-4C5C-AE7C-361E5EA011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1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C00E1DA-EC7C-40FC-95E3-11FDCD2E429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042147" y="723899"/>
            <a:ext cx="3703320" cy="5666666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grpSp>
        <p:nvGrpSpPr>
          <p:cNvPr id="14" name="Group 13">
            <a:extLst>
              <a:ext uri="{FF2B5EF4-FFF2-40B4-BE49-F238E27FC236}">
                <a16:creationId xmlns:a16="http://schemas.microsoft.com/office/drawing/2014/main" id="{9A421166-2996-41A7-B094-AE5316F347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446534" y="453643"/>
            <a:ext cx="11298933" cy="98554"/>
            <a:chOff x="446534" y="453643"/>
            <a:chExt cx="11298933" cy="98554"/>
          </a:xfrm>
        </p:grpSpPr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FDBB1B92-A3EB-43E4-8FAB-D20E8ED14CEF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46534" y="457200"/>
              <a:ext cx="3703320" cy="94997"/>
            </a:xfrm>
            <a:prstGeom prst="rect">
              <a:avLst/>
            </a:prstGeom>
            <a:solidFill>
              <a:schemeClr val="accent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6" name="Rectangle 15">
              <a:extLst>
                <a:ext uri="{FF2B5EF4-FFF2-40B4-BE49-F238E27FC236}">
                  <a16:creationId xmlns:a16="http://schemas.microsoft.com/office/drawing/2014/main" id="{3F3972F4-FE7E-48EA-AAD8-9BE5750A6672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8042147" y="453643"/>
              <a:ext cx="3703320" cy="98554"/>
            </a:xfrm>
            <a:prstGeom prst="rect">
              <a:avLst/>
            </a:prstGeom>
            <a:solidFill>
              <a:schemeClr val="accent4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21614E5-870B-4D5E-A43B-8FF7E532348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4241830" y="457200"/>
              <a:ext cx="3703320" cy="91440"/>
            </a:xfrm>
            <a:prstGeom prst="rect">
              <a:avLst/>
            </a:prstGeom>
            <a:solidFill>
              <a:schemeClr val="accent2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0F87E73C-2B1A-4602-BFBE-CFE1E55D9B3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296275" y="1419226"/>
            <a:ext cx="3081576" cy="174676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Thank You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CB511D-EA45-4336-847C-1252667143B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296275" y="3505095"/>
            <a:ext cx="3081576" cy="2629006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2"/>
                </a:solidFill>
              </a:rPr>
              <a:t>someone@example.com</a:t>
            </a:r>
          </a:p>
          <a:p>
            <a:endParaRPr lang="en-US" dirty="0">
              <a:solidFill>
                <a:schemeClr val="bg2"/>
              </a:solidFill>
            </a:endParaRPr>
          </a:p>
          <a:p>
            <a:endParaRPr lang="en-US" dirty="0">
              <a:solidFill>
                <a:schemeClr val="bg2"/>
              </a:solidFill>
            </a:endParaRPr>
          </a:p>
        </p:txBody>
      </p:sp>
      <p:pic>
        <p:nvPicPr>
          <p:cNvPr id="5" name="Picture 4" descr="Digital Numbers">
            <a:extLst>
              <a:ext uri="{FF2B5EF4-FFF2-40B4-BE49-F238E27FC236}">
                <a16:creationId xmlns:a16="http://schemas.microsoft.com/office/drawing/2014/main" id="{A21EA617-6D48-425F-97A8-7FEC82C8F401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 l="2189" r="9642" b="1"/>
          <a:stretch/>
        </p:blipFill>
        <p:spPr>
          <a:xfrm>
            <a:off x="446534" y="723899"/>
            <a:ext cx="7498616" cy="567690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34742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Dividend">
      <a:dk1>
        <a:sysClr val="windowText" lastClr="000000"/>
      </a:dk1>
      <a:lt1>
        <a:sysClr val="window" lastClr="FFFFFF"/>
      </a:lt1>
      <a:dk2>
        <a:srgbClr val="3D3D3D"/>
      </a:dk2>
      <a:lt2>
        <a:srgbClr val="EBEBEB"/>
      </a:lt2>
      <a:accent1>
        <a:srgbClr val="1A3260"/>
      </a:accent1>
      <a:accent2>
        <a:srgbClr val="4590B8"/>
      </a:accent2>
      <a:accent3>
        <a:srgbClr val="45CBE8"/>
      </a:accent3>
      <a:accent4>
        <a:srgbClr val="969FA7"/>
      </a:accent4>
      <a:accent5>
        <a:srgbClr val="A2C777"/>
      </a:accent5>
      <a:accent6>
        <a:srgbClr val="42955F"/>
      </a:accent6>
      <a:hlink>
        <a:srgbClr val="828282"/>
      </a:hlink>
      <a:folHlink>
        <a:srgbClr val="A5A5A5"/>
      </a:folHlink>
    </a:clrScheme>
    <a:fontScheme name="Dividend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Dividend">
      <a:fillStyleLst>
        <a:solidFill>
          <a:schemeClr val="phClr"/>
        </a:solidFill>
        <a:gradFill rotWithShape="1">
          <a:gsLst>
            <a:gs pos="0">
              <a:schemeClr val="phClr">
                <a:tint val="68000"/>
                <a:alpha val="90000"/>
                <a:lumMod val="100000"/>
              </a:schemeClr>
            </a:gs>
            <a:gs pos="100000">
              <a:schemeClr val="phClr">
                <a:tint val="90000"/>
                <a:lumMod val="95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8000"/>
                <a:lumMod val="110000"/>
              </a:schemeClr>
            </a:gs>
            <a:gs pos="84000">
              <a:schemeClr val="phClr">
                <a:shade val="90000"/>
                <a:lumMod val="88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>
              <a:lumMod val="90000"/>
            </a:schemeClr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55000"/>
              </a:srgbClr>
            </a:outerShdw>
          </a:effectLst>
        </a:effectStyle>
        <a:effectStyle>
          <a:effectLst>
            <a:outerShdw blurRad="88900" dist="38100" dir="504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38100" h="508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88000">
              <a:schemeClr val="phClr">
                <a:shade val="94000"/>
                <a:satMod val="110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8000"/>
                <a:satMod val="110000"/>
                <a:lumMod val="8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tf56390039_win32_fixed.potx" id="{08D75CB0-AD9B-4834-8559-901094BB0ABE}" vid="{3B3EDB20-B381-4B6C-99AC-7C5CDA2B40F6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ip_UnifiedCompliancePolicyUIAction xmlns="http://schemas.microsoft.com/sharepoint/v3" xsi:nil="true"/>
    <Image xmlns="71af3243-3dd4-4a8d-8c0d-dd76da1f02a5">
      <Url xsi:nil="true"/>
      <Description xsi:nil="true"/>
    </Image>
    <Status xmlns="71af3243-3dd4-4a8d-8c0d-dd76da1f02a5">Not started</Status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3791575F-4C21-47C4-8D13-EB9BE66B536F}">
  <ds:schemaRefs>
    <ds:schemaRef ds:uri="http://schemas.openxmlformats.org/package/2006/metadata/core-properties"/>
    <ds:schemaRef ds:uri="http://purl.org/dc/terms/"/>
    <ds:schemaRef ds:uri="16c05727-aa75-4e4a-9b5f-8a80a1165891"/>
    <ds:schemaRef ds:uri="http://schemas.microsoft.com/sharepoint/v3"/>
    <ds:schemaRef ds:uri="http://purl.org/dc/elements/1.1/"/>
    <ds:schemaRef ds:uri="http://schemas.microsoft.com/office/2006/documentManagement/types"/>
    <ds:schemaRef ds:uri="http://schemas.microsoft.com/office/infopath/2007/PartnerControls"/>
    <ds:schemaRef ds:uri="http://www.w3.org/XML/1998/namespace"/>
    <ds:schemaRef ds:uri="230e9df3-be65-4c73-a93b-d1236ebd677e"/>
    <ds:schemaRef ds:uri="71af3243-3dd4-4a8d-8c0d-dd76da1f02a5"/>
    <ds:schemaRef ds:uri="http://schemas.microsoft.com/office/2006/metadata/properties"/>
    <ds:schemaRef ds:uri="http://purl.org/dc/dcmitype/"/>
  </ds:schemaRefs>
</ds:datastoreItem>
</file>

<file path=customXml/itemProps2.xml><?xml version="1.0" encoding="utf-8"?>
<ds:datastoreItem xmlns:ds="http://schemas.openxmlformats.org/officeDocument/2006/customXml" ds:itemID="{342D3C2F-55A5-48C0-9D5A-95C7FF0389D0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792209EB-3212-4116-B574-D1F56C7C4922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Tech design</Template>
  <TotalTime>3</TotalTime>
  <Words>26</Words>
  <Application>Microsoft Office PowerPoint</Application>
  <PresentationFormat>Widescreen</PresentationFormat>
  <Paragraphs>16</Paragraphs>
  <Slides>5</Slides>
  <Notes>4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9" baseType="lpstr">
      <vt:lpstr>Calibri</vt:lpstr>
      <vt:lpstr>Gill Sans MT</vt:lpstr>
      <vt:lpstr>Wingdings 2</vt:lpstr>
      <vt:lpstr>Custom</vt:lpstr>
      <vt:lpstr>Tech design</vt:lpstr>
      <vt:lpstr>Tech Requirements</vt:lpstr>
      <vt:lpstr>Competitive Landscape</vt:lpstr>
      <vt:lpstr>Digital Communications</vt:lpstr>
      <vt:lpstr>Thank You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Kayla Howsare</dc:creator>
  <cp:lastModifiedBy>Kayla Howsare</cp:lastModifiedBy>
  <cp:revision>1</cp:revision>
  <dcterms:created xsi:type="dcterms:W3CDTF">2026-06-11T18:43:11Z</dcterms:created>
  <dcterms:modified xsi:type="dcterms:W3CDTF">2026-06-11T18:46:20Z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